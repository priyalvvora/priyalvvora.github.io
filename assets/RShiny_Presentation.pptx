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8" r:id="rId1"/>
  </p:sldMasterIdLst>
  <p:notesMasterIdLst>
    <p:notesMasterId r:id="rId9"/>
  </p:notesMasterIdLst>
  <p:handoutMasterIdLst>
    <p:handoutMasterId r:id="rId10"/>
  </p:handoutMasterIdLst>
  <p:sldIdLst>
    <p:sldId id="257" r:id="rId2"/>
    <p:sldId id="294" r:id="rId3"/>
    <p:sldId id="290" r:id="rId4"/>
    <p:sldId id="365" r:id="rId5"/>
    <p:sldId id="295" r:id="rId6"/>
    <p:sldId id="367" r:id="rId7"/>
    <p:sldId id="368"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PT" id="{6B92E0B9-BEE6-FA4E-808E-BE60CA14C95B}">
          <p14:sldIdLst>
            <p14:sldId id="257"/>
            <p14:sldId id="294"/>
            <p14:sldId id="290"/>
            <p14:sldId id="365"/>
            <p14:sldId id="295"/>
            <p14:sldId id="367"/>
            <p14:sldId id="36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nn, Karandeep S" initials="MKS" lastIdx="4" clrIdx="0">
    <p:extLst>
      <p:ext uri="{19B8F6BF-5375-455C-9EA6-DF929625EA0E}">
        <p15:presenceInfo xmlns:p15="http://schemas.microsoft.com/office/powerpoint/2012/main" userId="S::mann121@purdue.edu::70c0bd7d-1109-4175-9e2d-f3f108cb071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1D7FA3-BF61-4476-A3A0-A1514C6174B9}" v="98" dt="2021-12-17T23:36:54.2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1500" y="5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iyal Vipul Vora" userId="5171faa1-7a13-4afe-82ec-2aef27776605" providerId="ADAL" clId="{D7DFD166-D43B-49AC-9078-775ECFC2E72A}"/>
    <pc:docChg chg="undo custSel modSld">
      <pc:chgData name="Priyal Vipul Vora" userId="5171faa1-7a13-4afe-82ec-2aef27776605" providerId="ADAL" clId="{D7DFD166-D43B-49AC-9078-775ECFC2E72A}" dt="2021-11-19T12:52:09.188" v="34" actId="1076"/>
      <pc:docMkLst>
        <pc:docMk/>
      </pc:docMkLst>
      <pc:sldChg chg="addSp delSp modSp mod">
        <pc:chgData name="Priyal Vipul Vora" userId="5171faa1-7a13-4afe-82ec-2aef27776605" providerId="ADAL" clId="{D7DFD166-D43B-49AC-9078-775ECFC2E72A}" dt="2021-11-19T12:42:21.385" v="30" actId="14861"/>
        <pc:sldMkLst>
          <pc:docMk/>
          <pc:sldMk cId="3846680594" sldId="294"/>
        </pc:sldMkLst>
        <pc:spChg chg="mod">
          <ac:chgData name="Priyal Vipul Vora" userId="5171faa1-7a13-4afe-82ec-2aef27776605" providerId="ADAL" clId="{D7DFD166-D43B-49AC-9078-775ECFC2E72A}" dt="2021-11-19T12:41:35.269" v="23" actId="208"/>
          <ac:spMkLst>
            <pc:docMk/>
            <pc:sldMk cId="3846680594" sldId="294"/>
            <ac:spMk id="9" creationId="{433A9D98-C05B-4640-A8B3-F56543409B96}"/>
          </ac:spMkLst>
        </pc:spChg>
        <pc:spChg chg="mod">
          <ac:chgData name="Priyal Vipul Vora" userId="5171faa1-7a13-4afe-82ec-2aef27776605" providerId="ADAL" clId="{D7DFD166-D43B-49AC-9078-775ECFC2E72A}" dt="2021-11-19T12:41:22.881" v="21" actId="1582"/>
          <ac:spMkLst>
            <pc:docMk/>
            <pc:sldMk cId="3846680594" sldId="294"/>
            <ac:spMk id="11" creationId="{AEE0D7B5-2A69-144F-85F3-373D708CCAFC}"/>
          </ac:spMkLst>
        </pc:spChg>
        <pc:spChg chg="mod">
          <ac:chgData name="Priyal Vipul Vora" userId="5171faa1-7a13-4afe-82ec-2aef27776605" providerId="ADAL" clId="{D7DFD166-D43B-49AC-9078-775ECFC2E72A}" dt="2021-11-19T12:41:41.923" v="25" actId="1582"/>
          <ac:spMkLst>
            <pc:docMk/>
            <pc:sldMk cId="3846680594" sldId="294"/>
            <ac:spMk id="16" creationId="{C679CE0A-E5CD-2341-A6E8-15521BDFA128}"/>
          </ac:spMkLst>
        </pc:spChg>
        <pc:spChg chg="del">
          <ac:chgData name="Priyal Vipul Vora" userId="5171faa1-7a13-4afe-82ec-2aef27776605" providerId="ADAL" clId="{D7DFD166-D43B-49AC-9078-775ECFC2E72A}" dt="2021-11-19T12:38:12.366" v="0" actId="478"/>
          <ac:spMkLst>
            <pc:docMk/>
            <pc:sldMk cId="3846680594" sldId="294"/>
            <ac:spMk id="20" creationId="{E5D67D37-5873-48D8-BEB1-85B2DA19681C}"/>
          </ac:spMkLst>
        </pc:spChg>
        <pc:picChg chg="add mod">
          <ac:chgData name="Priyal Vipul Vora" userId="5171faa1-7a13-4afe-82ec-2aef27776605" providerId="ADAL" clId="{D7DFD166-D43B-49AC-9078-775ECFC2E72A}" dt="2021-11-19T12:42:21.385" v="30" actId="14861"/>
          <ac:picMkLst>
            <pc:docMk/>
            <pc:sldMk cId="3846680594" sldId="294"/>
            <ac:picMk id="8" creationId="{52A031EB-CD91-47C8-9137-3067C7594E2E}"/>
          </ac:picMkLst>
        </pc:picChg>
      </pc:sldChg>
      <pc:sldChg chg="modSp mod">
        <pc:chgData name="Priyal Vipul Vora" userId="5171faa1-7a13-4afe-82ec-2aef27776605" providerId="ADAL" clId="{D7DFD166-D43B-49AC-9078-775ECFC2E72A}" dt="2021-11-19T12:52:09.188" v="34" actId="1076"/>
        <pc:sldMkLst>
          <pc:docMk/>
          <pc:sldMk cId="1052422682" sldId="362"/>
        </pc:sldMkLst>
        <pc:graphicFrameChg chg="mod modGraphic">
          <ac:chgData name="Priyal Vipul Vora" userId="5171faa1-7a13-4afe-82ec-2aef27776605" providerId="ADAL" clId="{D7DFD166-D43B-49AC-9078-775ECFC2E72A}" dt="2021-11-19T12:52:09.188" v="34" actId="1076"/>
          <ac:graphicFrameMkLst>
            <pc:docMk/>
            <pc:sldMk cId="1052422682" sldId="362"/>
            <ac:graphicFrameMk id="3" creationId="{C43371CA-75D4-48F9-B995-62F1912900A4}"/>
          </ac:graphicFrameMkLst>
        </pc:graphicFrameChg>
      </pc:sldChg>
    </pc:docChg>
  </pc:docChgLst>
  <pc:docChgLst>
    <pc:chgData name="Priyal Vipul Vora" userId="S::vora17@purdue.edu::5171faa1-7a13-4afe-82ec-2aef27776605" providerId="AD" clId="Web-{26145036-336B-437D-A474-8616F2C349B1}"/>
    <pc:docChg chg="modSld sldOrd">
      <pc:chgData name="Priyal Vipul Vora" userId="S::vora17@purdue.edu::5171faa1-7a13-4afe-82ec-2aef27776605" providerId="AD" clId="Web-{26145036-336B-437D-A474-8616F2C349B1}" dt="2021-11-19T11:50:11.860" v="88" actId="20577"/>
      <pc:docMkLst>
        <pc:docMk/>
      </pc:docMkLst>
      <pc:sldChg chg="modSp">
        <pc:chgData name="Priyal Vipul Vora" userId="S::vora17@purdue.edu::5171faa1-7a13-4afe-82ec-2aef27776605" providerId="AD" clId="Web-{26145036-336B-437D-A474-8616F2C349B1}" dt="2021-11-19T11:40:19.360" v="84" actId="20577"/>
        <pc:sldMkLst>
          <pc:docMk/>
          <pc:sldMk cId="1953427592" sldId="295"/>
        </pc:sldMkLst>
        <pc:spChg chg="mod">
          <ac:chgData name="Priyal Vipul Vora" userId="S::vora17@purdue.edu::5171faa1-7a13-4afe-82ec-2aef27776605" providerId="AD" clId="Web-{26145036-336B-437D-A474-8616F2C349B1}" dt="2021-11-19T11:40:19.360" v="84" actId="20577"/>
          <ac:spMkLst>
            <pc:docMk/>
            <pc:sldMk cId="1953427592" sldId="295"/>
            <ac:spMk id="20" creationId="{2A2162F9-F060-43F0-B7C5-89FB56F132F8}"/>
          </ac:spMkLst>
        </pc:spChg>
      </pc:sldChg>
      <pc:sldChg chg="modSp">
        <pc:chgData name="Priyal Vipul Vora" userId="S::vora17@purdue.edu::5171faa1-7a13-4afe-82ec-2aef27776605" providerId="AD" clId="Web-{26145036-336B-437D-A474-8616F2C349B1}" dt="2021-11-19T11:50:11.860" v="88" actId="20577"/>
        <pc:sldMkLst>
          <pc:docMk/>
          <pc:sldMk cId="2843729693" sldId="352"/>
        </pc:sldMkLst>
        <pc:spChg chg="mod">
          <ac:chgData name="Priyal Vipul Vora" userId="S::vora17@purdue.edu::5171faa1-7a13-4afe-82ec-2aef27776605" providerId="AD" clId="Web-{26145036-336B-437D-A474-8616F2C349B1}" dt="2021-11-19T11:50:11.860" v="88" actId="20577"/>
          <ac:spMkLst>
            <pc:docMk/>
            <pc:sldMk cId="2843729693" sldId="352"/>
            <ac:spMk id="8" creationId="{C39D0CBD-7E30-4187-8A41-5D3A3E4DBCE1}"/>
          </ac:spMkLst>
        </pc:spChg>
      </pc:sldChg>
      <pc:sldChg chg="modSp">
        <pc:chgData name="Priyal Vipul Vora" userId="S::vora17@purdue.edu::5171faa1-7a13-4afe-82ec-2aef27776605" providerId="AD" clId="Web-{26145036-336B-437D-A474-8616F2C349B1}" dt="2021-11-19T11:34:37.891" v="59" actId="1076"/>
        <pc:sldMkLst>
          <pc:docMk/>
          <pc:sldMk cId="2865327918" sldId="353"/>
        </pc:sldMkLst>
        <pc:spChg chg="mod">
          <ac:chgData name="Priyal Vipul Vora" userId="S::vora17@purdue.edu::5171faa1-7a13-4afe-82ec-2aef27776605" providerId="AD" clId="Web-{26145036-336B-437D-A474-8616F2C349B1}" dt="2021-11-19T11:32:09.344" v="58" actId="20577"/>
          <ac:spMkLst>
            <pc:docMk/>
            <pc:sldMk cId="2865327918" sldId="353"/>
            <ac:spMk id="16" creationId="{F8F8BBE7-22D0-A54C-9DC0-5EBCD5DB51E1}"/>
          </ac:spMkLst>
        </pc:spChg>
        <pc:spChg chg="mod">
          <ac:chgData name="Priyal Vipul Vora" userId="S::vora17@purdue.edu::5171faa1-7a13-4afe-82ec-2aef27776605" providerId="AD" clId="Web-{26145036-336B-437D-A474-8616F2C349B1}" dt="2021-11-19T11:34:37.891" v="59" actId="1076"/>
          <ac:spMkLst>
            <pc:docMk/>
            <pc:sldMk cId="2865327918" sldId="353"/>
            <ac:spMk id="18" creationId="{299ECA0C-6F44-054B-B4B1-1A4641F72E3E}"/>
          </ac:spMkLst>
        </pc:spChg>
      </pc:sldChg>
      <pc:sldChg chg="ord">
        <pc:chgData name="Priyal Vipul Vora" userId="S::vora17@purdue.edu::5171faa1-7a13-4afe-82ec-2aef27776605" providerId="AD" clId="Web-{26145036-336B-437D-A474-8616F2C349B1}" dt="2021-11-19T11:39:13.094" v="61"/>
        <pc:sldMkLst>
          <pc:docMk/>
          <pc:sldMk cId="3011988996" sldId="354"/>
        </pc:sldMkLst>
      </pc:sldChg>
      <pc:sldChg chg="modSp">
        <pc:chgData name="Priyal Vipul Vora" userId="S::vora17@purdue.edu::5171faa1-7a13-4afe-82ec-2aef27776605" providerId="AD" clId="Web-{26145036-336B-437D-A474-8616F2C349B1}" dt="2021-11-19T11:22:28.946" v="26" actId="20577"/>
        <pc:sldMkLst>
          <pc:docMk/>
          <pc:sldMk cId="1793900572" sldId="357"/>
        </pc:sldMkLst>
        <pc:spChg chg="mod">
          <ac:chgData name="Priyal Vipul Vora" userId="S::vora17@purdue.edu::5171faa1-7a13-4afe-82ec-2aef27776605" providerId="AD" clId="Web-{26145036-336B-437D-A474-8616F2C349B1}" dt="2021-11-19T11:22:28.946" v="26" actId="20577"/>
          <ac:spMkLst>
            <pc:docMk/>
            <pc:sldMk cId="1793900572" sldId="357"/>
            <ac:spMk id="2" creationId="{60D86482-19DE-43DA-9827-DB8F71E0B354}"/>
          </ac:spMkLst>
        </pc:spChg>
        <pc:spChg chg="mod">
          <ac:chgData name="Priyal Vipul Vora" userId="S::vora17@purdue.edu::5171faa1-7a13-4afe-82ec-2aef27776605" providerId="AD" clId="Web-{26145036-336B-437D-A474-8616F2C349B1}" dt="2021-11-19T11:21:11.508" v="22" actId="20577"/>
          <ac:spMkLst>
            <pc:docMk/>
            <pc:sldMk cId="1793900572" sldId="357"/>
            <ac:spMk id="10" creationId="{62197F9C-1209-4D11-9CF8-F5F102B52903}"/>
          </ac:spMkLst>
        </pc:spChg>
        <pc:picChg chg="mod modCrop">
          <ac:chgData name="Priyal Vipul Vora" userId="S::vora17@purdue.edu::5171faa1-7a13-4afe-82ec-2aef27776605" providerId="AD" clId="Web-{26145036-336B-437D-A474-8616F2C349B1}" dt="2021-11-19T11:21:26.149" v="24" actId="1076"/>
          <ac:picMkLst>
            <pc:docMk/>
            <pc:sldMk cId="1793900572" sldId="357"/>
            <ac:picMk id="1026" creationId="{D38D7B1F-6265-41DF-B815-70E80567419B}"/>
          </ac:picMkLst>
        </pc:picChg>
      </pc:sldChg>
      <pc:sldChg chg="ord">
        <pc:chgData name="Priyal Vipul Vora" userId="S::vora17@purdue.edu::5171faa1-7a13-4afe-82ec-2aef27776605" providerId="AD" clId="Web-{26145036-336B-437D-A474-8616F2C349B1}" dt="2021-11-19T11:35:48.672" v="60"/>
        <pc:sldMkLst>
          <pc:docMk/>
          <pc:sldMk cId="3802229368" sldId="358"/>
        </pc:sldMkLst>
      </pc:sldChg>
    </pc:docChg>
  </pc:docChgLst>
  <pc:docChgLst>
    <pc:chgData name="Priyal Vipul Vora" userId="S::vora17@purdue.edu::5171faa1-7a13-4afe-82ec-2aef27776605" providerId="AD" clId="Web-{649BA2CB-761D-4C5E-B0D1-DE1DE4BDD1DD}"/>
    <pc:docChg chg="modSld">
      <pc:chgData name="Priyal Vipul Vora" userId="S::vora17@purdue.edu::5171faa1-7a13-4afe-82ec-2aef27776605" providerId="AD" clId="Web-{649BA2CB-761D-4C5E-B0D1-DE1DE4BDD1DD}" dt="2021-11-19T06:13:27.783" v="60" actId="20577"/>
      <pc:docMkLst>
        <pc:docMk/>
      </pc:docMkLst>
      <pc:sldChg chg="modSp">
        <pc:chgData name="Priyal Vipul Vora" userId="S::vora17@purdue.edu::5171faa1-7a13-4afe-82ec-2aef27776605" providerId="AD" clId="Web-{649BA2CB-761D-4C5E-B0D1-DE1DE4BDD1DD}" dt="2021-11-19T06:08:28.208" v="54" actId="20577"/>
        <pc:sldMkLst>
          <pc:docMk/>
          <pc:sldMk cId="1953427592" sldId="295"/>
        </pc:sldMkLst>
        <pc:spChg chg="mod">
          <ac:chgData name="Priyal Vipul Vora" userId="S::vora17@purdue.edu::5171faa1-7a13-4afe-82ec-2aef27776605" providerId="AD" clId="Web-{649BA2CB-761D-4C5E-B0D1-DE1DE4BDD1DD}" dt="2021-11-19T06:08:28.208" v="54" actId="20577"/>
          <ac:spMkLst>
            <pc:docMk/>
            <pc:sldMk cId="1953427592" sldId="295"/>
            <ac:spMk id="20" creationId="{2A2162F9-F060-43F0-B7C5-89FB56F132F8}"/>
          </ac:spMkLst>
        </pc:spChg>
      </pc:sldChg>
      <pc:sldChg chg="modSp">
        <pc:chgData name="Priyal Vipul Vora" userId="S::vora17@purdue.edu::5171faa1-7a13-4afe-82ec-2aef27776605" providerId="AD" clId="Web-{649BA2CB-761D-4C5E-B0D1-DE1DE4BDD1DD}" dt="2021-11-19T05:43:10.043" v="5" actId="20577"/>
        <pc:sldMkLst>
          <pc:docMk/>
          <pc:sldMk cId="897693849" sldId="296"/>
        </pc:sldMkLst>
        <pc:spChg chg="mod">
          <ac:chgData name="Priyal Vipul Vora" userId="S::vora17@purdue.edu::5171faa1-7a13-4afe-82ec-2aef27776605" providerId="AD" clId="Web-{649BA2CB-761D-4C5E-B0D1-DE1DE4BDD1DD}" dt="2021-11-19T05:43:10.043" v="5" actId="20577"/>
          <ac:spMkLst>
            <pc:docMk/>
            <pc:sldMk cId="897693849" sldId="296"/>
            <ac:spMk id="23" creationId="{F5FEE4CD-8F4B-4781-A306-82D80E4EC034}"/>
          </ac:spMkLst>
        </pc:spChg>
      </pc:sldChg>
      <pc:sldChg chg="modSp">
        <pc:chgData name="Priyal Vipul Vora" userId="S::vora17@purdue.edu::5171faa1-7a13-4afe-82ec-2aef27776605" providerId="AD" clId="Web-{649BA2CB-761D-4C5E-B0D1-DE1DE4BDD1DD}" dt="2021-11-19T06:13:27.783" v="60" actId="20577"/>
        <pc:sldMkLst>
          <pc:docMk/>
          <pc:sldMk cId="2843729693" sldId="352"/>
        </pc:sldMkLst>
        <pc:spChg chg="mod">
          <ac:chgData name="Priyal Vipul Vora" userId="S::vora17@purdue.edu::5171faa1-7a13-4afe-82ec-2aef27776605" providerId="AD" clId="Web-{649BA2CB-761D-4C5E-B0D1-DE1DE4BDD1DD}" dt="2021-11-19T06:13:27.783" v="60" actId="20577"/>
          <ac:spMkLst>
            <pc:docMk/>
            <pc:sldMk cId="2843729693" sldId="352"/>
            <ac:spMk id="7" creationId="{A2833D23-F263-814C-BC60-7A8A1504FC77}"/>
          </ac:spMkLst>
        </pc:spChg>
        <pc:spChg chg="mod">
          <ac:chgData name="Priyal Vipul Vora" userId="S::vora17@purdue.edu::5171faa1-7a13-4afe-82ec-2aef27776605" providerId="AD" clId="Web-{649BA2CB-761D-4C5E-B0D1-DE1DE4BDD1DD}" dt="2021-11-19T06:11:31.628" v="56" actId="20577"/>
          <ac:spMkLst>
            <pc:docMk/>
            <pc:sldMk cId="2843729693" sldId="352"/>
            <ac:spMk id="10" creationId="{548A6E32-4C66-4DDF-B1ED-B05782A259F2}"/>
          </ac:spMkLst>
        </pc:spChg>
      </pc:sldChg>
    </pc:docChg>
  </pc:docChgLst>
  <pc:docChgLst>
    <pc:chgData name="Mann, Karandeep S" userId="S::mann121@purdue.edu::70c0bd7d-1109-4175-9e2d-f3f108cb0719" providerId="AD" clId="Web-{48ECA988-6C14-4FDD-924C-B38572FE67D0}"/>
    <pc:docChg chg="modSld">
      <pc:chgData name="Mann, Karandeep S" userId="S::mann121@purdue.edu::70c0bd7d-1109-4175-9e2d-f3f108cb0719" providerId="AD" clId="Web-{48ECA988-6C14-4FDD-924C-B38572FE67D0}" dt="2021-11-19T06:17:37.902" v="560" actId="14100"/>
      <pc:docMkLst>
        <pc:docMk/>
      </pc:docMkLst>
      <pc:sldChg chg="modSp">
        <pc:chgData name="Mann, Karandeep S" userId="S::mann121@purdue.edu::70c0bd7d-1109-4175-9e2d-f3f108cb0719" providerId="AD" clId="Web-{48ECA988-6C14-4FDD-924C-B38572FE67D0}" dt="2021-11-19T06:09:48.011" v="535" actId="20577"/>
        <pc:sldMkLst>
          <pc:docMk/>
          <pc:sldMk cId="3941997415" sldId="290"/>
        </pc:sldMkLst>
        <pc:spChg chg="mod">
          <ac:chgData name="Mann, Karandeep S" userId="S::mann121@purdue.edu::70c0bd7d-1109-4175-9e2d-f3f108cb0719" providerId="AD" clId="Web-{48ECA988-6C14-4FDD-924C-B38572FE67D0}" dt="2021-11-19T06:09:48.011" v="535" actId="20577"/>
          <ac:spMkLst>
            <pc:docMk/>
            <pc:sldMk cId="3941997415" sldId="290"/>
            <ac:spMk id="4" creationId="{F93E8E77-5D29-4D74-8652-AFAF1D4CB65F}"/>
          </ac:spMkLst>
        </pc:spChg>
      </pc:sldChg>
      <pc:sldChg chg="addSp delSp modSp">
        <pc:chgData name="Mann, Karandeep S" userId="S::mann121@purdue.edu::70c0bd7d-1109-4175-9e2d-f3f108cb0719" providerId="AD" clId="Web-{48ECA988-6C14-4FDD-924C-B38572FE67D0}" dt="2021-11-19T06:01:52.651" v="521" actId="20577"/>
        <pc:sldMkLst>
          <pc:docMk/>
          <pc:sldMk cId="2843729693" sldId="352"/>
        </pc:sldMkLst>
        <pc:spChg chg="add mod">
          <ac:chgData name="Mann, Karandeep S" userId="S::mann121@purdue.edu::70c0bd7d-1109-4175-9e2d-f3f108cb0719" providerId="AD" clId="Web-{48ECA988-6C14-4FDD-924C-B38572FE67D0}" dt="2021-11-19T05:51:30.696" v="290" actId="14100"/>
          <ac:spMkLst>
            <pc:docMk/>
            <pc:sldMk cId="2843729693" sldId="352"/>
            <ac:spMk id="3" creationId="{661DD586-6C32-4D34-8D39-53B2D42CF885}"/>
          </ac:spMkLst>
        </pc:spChg>
        <pc:spChg chg="mod">
          <ac:chgData name="Mann, Karandeep S" userId="S::mann121@purdue.edu::70c0bd7d-1109-4175-9e2d-f3f108cb0719" providerId="AD" clId="Web-{48ECA988-6C14-4FDD-924C-B38572FE67D0}" dt="2021-11-19T05:58:18.103" v="380" actId="20577"/>
          <ac:spMkLst>
            <pc:docMk/>
            <pc:sldMk cId="2843729693" sldId="352"/>
            <ac:spMk id="7" creationId="{A2833D23-F263-814C-BC60-7A8A1504FC77}"/>
          </ac:spMkLst>
        </pc:spChg>
        <pc:spChg chg="add mod">
          <ac:chgData name="Mann, Karandeep S" userId="S::mann121@purdue.edu::70c0bd7d-1109-4175-9e2d-f3f108cb0719" providerId="AD" clId="Web-{48ECA988-6C14-4FDD-924C-B38572FE67D0}" dt="2021-11-19T06:01:52.651" v="521" actId="20577"/>
          <ac:spMkLst>
            <pc:docMk/>
            <pc:sldMk cId="2843729693" sldId="352"/>
            <ac:spMk id="10" creationId="{548A6E32-4C66-4DDF-B1ED-B05782A259F2}"/>
          </ac:spMkLst>
        </pc:spChg>
        <pc:spChg chg="mod">
          <ac:chgData name="Mann, Karandeep S" userId="S::mann121@purdue.edu::70c0bd7d-1109-4175-9e2d-f3f108cb0719" providerId="AD" clId="Web-{48ECA988-6C14-4FDD-924C-B38572FE67D0}" dt="2021-11-19T05:47:29.758" v="17" actId="20577"/>
          <ac:spMkLst>
            <pc:docMk/>
            <pc:sldMk cId="2843729693" sldId="352"/>
            <ac:spMk id="15" creationId="{2CD4FCEA-AED9-0349-A272-3C0661CC0ED3}"/>
          </ac:spMkLst>
        </pc:spChg>
        <pc:picChg chg="add mod">
          <ac:chgData name="Mann, Karandeep S" userId="S::mann121@purdue.edu::70c0bd7d-1109-4175-9e2d-f3f108cb0719" providerId="AD" clId="Web-{48ECA988-6C14-4FDD-924C-B38572FE67D0}" dt="2021-11-19T05:47:19.743" v="6" actId="14100"/>
          <ac:picMkLst>
            <pc:docMk/>
            <pc:sldMk cId="2843729693" sldId="352"/>
            <ac:picMk id="2" creationId="{B590521C-B117-40B5-8AFF-5162AD301FAD}"/>
          </ac:picMkLst>
        </pc:picChg>
        <pc:picChg chg="add del mod">
          <ac:chgData name="Mann, Karandeep S" userId="S::mann121@purdue.edu::70c0bd7d-1109-4175-9e2d-f3f108cb0719" providerId="AD" clId="Web-{48ECA988-6C14-4FDD-924C-B38572FE67D0}" dt="2021-11-19T05:53:57.306" v="296"/>
          <ac:picMkLst>
            <pc:docMk/>
            <pc:sldMk cId="2843729693" sldId="352"/>
            <ac:picMk id="4" creationId="{A77A2FF4-0B24-4ADE-BC57-AAA65E721BFF}"/>
          </ac:picMkLst>
        </pc:picChg>
        <pc:picChg chg="del">
          <ac:chgData name="Mann, Karandeep S" userId="S::mann121@purdue.edu::70c0bd7d-1109-4175-9e2d-f3f108cb0719" providerId="AD" clId="Web-{48ECA988-6C14-4FDD-924C-B38572FE67D0}" dt="2021-11-19T05:46:57.743" v="0"/>
          <ac:picMkLst>
            <pc:docMk/>
            <pc:sldMk cId="2843729693" sldId="352"/>
            <ac:picMk id="3074" creationId="{400CE109-5730-6E45-A74A-35C804CBF5F5}"/>
          </ac:picMkLst>
        </pc:picChg>
      </pc:sldChg>
      <pc:sldChg chg="addSp modSp">
        <pc:chgData name="Mann, Karandeep S" userId="S::mann121@purdue.edu::70c0bd7d-1109-4175-9e2d-f3f108cb0719" providerId="AD" clId="Web-{48ECA988-6C14-4FDD-924C-B38572FE67D0}" dt="2021-11-19T06:17:37.902" v="560" actId="14100"/>
        <pc:sldMkLst>
          <pc:docMk/>
          <pc:sldMk cId="3966110353" sldId="355"/>
        </pc:sldMkLst>
        <pc:spChg chg="mod">
          <ac:chgData name="Mann, Karandeep S" userId="S::mann121@purdue.edu::70c0bd7d-1109-4175-9e2d-f3f108cb0719" providerId="AD" clId="Web-{48ECA988-6C14-4FDD-924C-B38572FE67D0}" dt="2021-11-19T06:17:03.121" v="554"/>
          <ac:spMkLst>
            <pc:docMk/>
            <pc:sldMk cId="3966110353" sldId="355"/>
            <ac:spMk id="4" creationId="{8C9C45E3-4359-46DB-A22C-265D2CCF623D}"/>
          </ac:spMkLst>
        </pc:spChg>
        <pc:spChg chg="mod">
          <ac:chgData name="Mann, Karandeep S" userId="S::mann121@purdue.edu::70c0bd7d-1109-4175-9e2d-f3f108cb0719" providerId="AD" clId="Web-{48ECA988-6C14-4FDD-924C-B38572FE67D0}" dt="2021-11-19T06:16:43.684" v="551" actId="1076"/>
          <ac:spMkLst>
            <pc:docMk/>
            <pc:sldMk cId="3966110353" sldId="355"/>
            <ac:spMk id="8" creationId="{08010114-5A36-47E1-971C-71AE0E68F3BD}"/>
          </ac:spMkLst>
        </pc:spChg>
        <pc:picChg chg="mod">
          <ac:chgData name="Mann, Karandeep S" userId="S::mann121@purdue.edu::70c0bd7d-1109-4175-9e2d-f3f108cb0719" providerId="AD" clId="Web-{48ECA988-6C14-4FDD-924C-B38572FE67D0}" dt="2021-11-19T06:16:25.824" v="548" actId="1076"/>
          <ac:picMkLst>
            <pc:docMk/>
            <pc:sldMk cId="3966110353" sldId="355"/>
            <ac:picMk id="7" creationId="{0EE42A89-EC18-4C03-BA31-900A5F59D89F}"/>
          </ac:picMkLst>
        </pc:picChg>
        <pc:picChg chg="mod">
          <ac:chgData name="Mann, Karandeep S" userId="S::mann121@purdue.edu::70c0bd7d-1109-4175-9e2d-f3f108cb0719" providerId="AD" clId="Web-{48ECA988-6C14-4FDD-924C-B38572FE67D0}" dt="2021-11-19T06:16:36.980" v="550" actId="1076"/>
          <ac:picMkLst>
            <pc:docMk/>
            <pc:sldMk cId="3966110353" sldId="355"/>
            <ac:picMk id="9" creationId="{7462D55F-5E10-4F51-98E2-BD8F90412815}"/>
          </ac:picMkLst>
        </pc:picChg>
        <pc:cxnChg chg="add mod">
          <ac:chgData name="Mann, Karandeep S" userId="S::mann121@purdue.edu::70c0bd7d-1109-4175-9e2d-f3f108cb0719" providerId="AD" clId="Web-{48ECA988-6C14-4FDD-924C-B38572FE67D0}" dt="2021-11-19T06:17:37.902" v="560" actId="14100"/>
          <ac:cxnSpMkLst>
            <pc:docMk/>
            <pc:sldMk cId="3966110353" sldId="355"/>
            <ac:cxnSpMk id="10" creationId="{A88EBC4C-3F68-4EA7-8A4E-668811EF26F4}"/>
          </ac:cxnSpMkLst>
        </pc:cxnChg>
      </pc:sldChg>
    </pc:docChg>
  </pc:docChgLst>
  <pc:docChgLst>
    <pc:chgData name="Mann, Karandeep S" userId="70c0bd7d-1109-4175-9e2d-f3f108cb0719" providerId="ADAL" clId="{3F39D7E7-6FC8-0149-8F59-92934676BEDB}"/>
    <pc:docChg chg="undo custSel addSld delSld modSld sldOrd modSection">
      <pc:chgData name="Mann, Karandeep S" userId="70c0bd7d-1109-4175-9e2d-f3f108cb0719" providerId="ADAL" clId="{3F39D7E7-6FC8-0149-8F59-92934676BEDB}" dt="2021-11-19T12:53:12.897" v="2678" actId="14100"/>
      <pc:docMkLst>
        <pc:docMk/>
      </pc:docMkLst>
      <pc:sldChg chg="modSp mod">
        <pc:chgData name="Mann, Karandeep S" userId="70c0bd7d-1109-4175-9e2d-f3f108cb0719" providerId="ADAL" clId="{3F39D7E7-6FC8-0149-8F59-92934676BEDB}" dt="2021-11-19T09:55:04.644" v="2590" actId="20577"/>
        <pc:sldMkLst>
          <pc:docMk/>
          <pc:sldMk cId="3941997415" sldId="290"/>
        </pc:sldMkLst>
        <pc:spChg chg="mod">
          <ac:chgData name="Mann, Karandeep S" userId="70c0bd7d-1109-4175-9e2d-f3f108cb0719" providerId="ADAL" clId="{3F39D7E7-6FC8-0149-8F59-92934676BEDB}" dt="2021-11-19T09:55:04.644" v="2590" actId="20577"/>
          <ac:spMkLst>
            <pc:docMk/>
            <pc:sldMk cId="3941997415" sldId="290"/>
            <ac:spMk id="4" creationId="{F93E8E77-5D29-4D74-8652-AFAF1D4CB65F}"/>
          </ac:spMkLst>
        </pc:spChg>
        <pc:picChg chg="mod">
          <ac:chgData name="Mann, Karandeep S" userId="70c0bd7d-1109-4175-9e2d-f3f108cb0719" providerId="ADAL" clId="{3F39D7E7-6FC8-0149-8F59-92934676BEDB}" dt="2021-11-19T09:54:58.571" v="2573" actId="1035"/>
          <ac:picMkLst>
            <pc:docMk/>
            <pc:sldMk cId="3941997415" sldId="290"/>
            <ac:picMk id="9" creationId="{13948669-1F8B-4A5A-904B-E198E1E1CF7C}"/>
          </ac:picMkLst>
        </pc:picChg>
      </pc:sldChg>
      <pc:sldChg chg="delSp mod">
        <pc:chgData name="Mann, Karandeep S" userId="70c0bd7d-1109-4175-9e2d-f3f108cb0719" providerId="ADAL" clId="{3F39D7E7-6FC8-0149-8F59-92934676BEDB}" dt="2021-11-19T06:47:18.415" v="108" actId="478"/>
        <pc:sldMkLst>
          <pc:docMk/>
          <pc:sldMk cId="3846680594" sldId="294"/>
        </pc:sldMkLst>
        <pc:spChg chg="del">
          <ac:chgData name="Mann, Karandeep S" userId="70c0bd7d-1109-4175-9e2d-f3f108cb0719" providerId="ADAL" clId="{3F39D7E7-6FC8-0149-8F59-92934676BEDB}" dt="2021-11-19T06:47:18.415" v="108" actId="478"/>
          <ac:spMkLst>
            <pc:docMk/>
            <pc:sldMk cId="3846680594" sldId="294"/>
            <ac:spMk id="3" creationId="{87F51449-577E-4897-A92C-ED8B1C0CEE1C}"/>
          </ac:spMkLst>
        </pc:spChg>
      </pc:sldChg>
      <pc:sldChg chg="del">
        <pc:chgData name="Mann, Karandeep S" userId="70c0bd7d-1109-4175-9e2d-f3f108cb0719" providerId="ADAL" clId="{3F39D7E7-6FC8-0149-8F59-92934676BEDB}" dt="2021-11-19T06:57:22.805" v="150" actId="2696"/>
        <pc:sldMkLst>
          <pc:docMk/>
          <pc:sldMk cId="704518894" sldId="345"/>
        </pc:sldMkLst>
      </pc:sldChg>
      <pc:sldChg chg="modSp mod ord">
        <pc:chgData name="Mann, Karandeep S" userId="70c0bd7d-1109-4175-9e2d-f3f108cb0719" providerId="ADAL" clId="{3F39D7E7-6FC8-0149-8F59-92934676BEDB}" dt="2021-11-19T08:57:13.049" v="1102" actId="20578"/>
        <pc:sldMkLst>
          <pc:docMk/>
          <pc:sldMk cId="2843729693" sldId="352"/>
        </pc:sldMkLst>
        <pc:spChg chg="mod">
          <ac:chgData name="Mann, Karandeep S" userId="70c0bd7d-1109-4175-9e2d-f3f108cb0719" providerId="ADAL" clId="{3F39D7E7-6FC8-0149-8F59-92934676BEDB}" dt="2021-11-19T06:22:25.549" v="14" actId="1035"/>
          <ac:spMkLst>
            <pc:docMk/>
            <pc:sldMk cId="2843729693" sldId="352"/>
            <ac:spMk id="7" creationId="{A2833D23-F263-814C-BC60-7A8A1504FC77}"/>
          </ac:spMkLst>
        </pc:spChg>
        <pc:spChg chg="mod">
          <ac:chgData name="Mann, Karandeep S" userId="70c0bd7d-1109-4175-9e2d-f3f108cb0719" providerId="ADAL" clId="{3F39D7E7-6FC8-0149-8F59-92934676BEDB}" dt="2021-11-19T06:22:30.780" v="22" actId="1038"/>
          <ac:spMkLst>
            <pc:docMk/>
            <pc:sldMk cId="2843729693" sldId="352"/>
            <ac:spMk id="10" creationId="{548A6E32-4C66-4DDF-B1ED-B05782A259F2}"/>
          </ac:spMkLst>
        </pc:spChg>
      </pc:sldChg>
      <pc:sldChg chg="addSp delSp modSp mod ord">
        <pc:chgData name="Mann, Karandeep S" userId="70c0bd7d-1109-4175-9e2d-f3f108cb0719" providerId="ADAL" clId="{3F39D7E7-6FC8-0149-8F59-92934676BEDB}" dt="2021-11-19T09:54:32.063" v="2476" actId="20578"/>
        <pc:sldMkLst>
          <pc:docMk/>
          <pc:sldMk cId="2865327918" sldId="353"/>
        </pc:sldMkLst>
        <pc:spChg chg="add mod">
          <ac:chgData name="Mann, Karandeep S" userId="70c0bd7d-1109-4175-9e2d-f3f108cb0719" providerId="ADAL" clId="{3F39D7E7-6FC8-0149-8F59-92934676BEDB}" dt="2021-11-19T08:03:19.922" v="839" actId="1038"/>
          <ac:spMkLst>
            <pc:docMk/>
            <pc:sldMk cId="2865327918" sldId="353"/>
            <ac:spMk id="3" creationId="{9C18F467-AA8D-0847-82BA-733A6B58EFCD}"/>
          </ac:spMkLst>
        </pc:spChg>
        <pc:spChg chg="mod">
          <ac:chgData name="Mann, Karandeep S" userId="70c0bd7d-1109-4175-9e2d-f3f108cb0719" providerId="ADAL" clId="{3F39D7E7-6FC8-0149-8F59-92934676BEDB}" dt="2021-11-19T08:03:38.312" v="864" actId="1037"/>
          <ac:spMkLst>
            <pc:docMk/>
            <pc:sldMk cId="2865327918" sldId="353"/>
            <ac:spMk id="11" creationId="{B8780EE9-247A-134E-A643-945A14A8B2A3}"/>
          </ac:spMkLst>
        </pc:spChg>
        <pc:spChg chg="add mod">
          <ac:chgData name="Mann, Karandeep S" userId="70c0bd7d-1109-4175-9e2d-f3f108cb0719" providerId="ADAL" clId="{3F39D7E7-6FC8-0149-8F59-92934676BEDB}" dt="2021-11-19T09:10:27.864" v="1273" actId="1037"/>
          <ac:spMkLst>
            <pc:docMk/>
            <pc:sldMk cId="2865327918" sldId="353"/>
            <ac:spMk id="14" creationId="{F497224C-C0BA-E14F-A063-67DE4188A5B0}"/>
          </ac:spMkLst>
        </pc:spChg>
        <pc:spChg chg="add mod">
          <ac:chgData name="Mann, Karandeep S" userId="70c0bd7d-1109-4175-9e2d-f3f108cb0719" providerId="ADAL" clId="{3F39D7E7-6FC8-0149-8F59-92934676BEDB}" dt="2021-11-19T08:03:17.170" v="830" actId="1038"/>
          <ac:spMkLst>
            <pc:docMk/>
            <pc:sldMk cId="2865327918" sldId="353"/>
            <ac:spMk id="16" creationId="{F8F8BBE7-22D0-A54C-9DC0-5EBCD5DB51E1}"/>
          </ac:spMkLst>
        </pc:spChg>
        <pc:spChg chg="add">
          <ac:chgData name="Mann, Karandeep S" userId="70c0bd7d-1109-4175-9e2d-f3f108cb0719" providerId="ADAL" clId="{3F39D7E7-6FC8-0149-8F59-92934676BEDB}" dt="2021-11-19T09:14:46.945" v="1607" actId="11529"/>
          <ac:spMkLst>
            <pc:docMk/>
            <pc:sldMk cId="2865327918" sldId="353"/>
            <ac:spMk id="17" creationId="{C1459782-B7A2-F043-B81F-4FEF220813D7}"/>
          </ac:spMkLst>
        </pc:spChg>
        <pc:spChg chg="add del mod">
          <ac:chgData name="Mann, Karandeep S" userId="70c0bd7d-1109-4175-9e2d-f3f108cb0719" providerId="ADAL" clId="{3F39D7E7-6FC8-0149-8F59-92934676BEDB}" dt="2021-11-19T08:00:18.273" v="788" actId="14100"/>
          <ac:spMkLst>
            <pc:docMk/>
            <pc:sldMk cId="2865327918" sldId="353"/>
            <ac:spMk id="18" creationId="{299ECA0C-6F44-054B-B4B1-1A4641F72E3E}"/>
          </ac:spMkLst>
        </pc:spChg>
        <pc:spChg chg="add mod">
          <ac:chgData name="Mann, Karandeep S" userId="70c0bd7d-1109-4175-9e2d-f3f108cb0719" providerId="ADAL" clId="{3F39D7E7-6FC8-0149-8F59-92934676BEDB}" dt="2021-11-19T08:03:14.406" v="823" actId="1038"/>
          <ac:spMkLst>
            <pc:docMk/>
            <pc:sldMk cId="2865327918" sldId="353"/>
            <ac:spMk id="19" creationId="{F67CFC62-F916-664E-B568-2E7C33382CF3}"/>
          </ac:spMkLst>
        </pc:spChg>
        <pc:spChg chg="del">
          <ac:chgData name="Mann, Karandeep S" userId="70c0bd7d-1109-4175-9e2d-f3f108cb0719" providerId="ADAL" clId="{3F39D7E7-6FC8-0149-8F59-92934676BEDB}" dt="2021-11-19T07:46:15.581" v="370" actId="478"/>
          <ac:spMkLst>
            <pc:docMk/>
            <pc:sldMk cId="2865327918" sldId="353"/>
            <ac:spMk id="20" creationId="{2A2162F9-F060-43F0-B7C5-89FB56F132F8}"/>
          </ac:spMkLst>
        </pc:spChg>
        <pc:spChg chg="mod">
          <ac:chgData name="Mann, Karandeep S" userId="70c0bd7d-1109-4175-9e2d-f3f108cb0719" providerId="ADAL" clId="{3F39D7E7-6FC8-0149-8F59-92934676BEDB}" dt="2021-11-19T08:37:53.434" v="871" actId="14100"/>
          <ac:spMkLst>
            <pc:docMk/>
            <pc:sldMk cId="2865327918" sldId="353"/>
            <ac:spMk id="21" creationId="{8DD9B418-CCA9-ED45-AA56-9B9F4090C71E}"/>
          </ac:spMkLst>
        </pc:spChg>
        <pc:spChg chg="add mod">
          <ac:chgData name="Mann, Karandeep S" userId="70c0bd7d-1109-4175-9e2d-f3f108cb0719" providerId="ADAL" clId="{3F39D7E7-6FC8-0149-8F59-92934676BEDB}" dt="2021-11-19T08:03:23.431" v="845" actId="1038"/>
          <ac:spMkLst>
            <pc:docMk/>
            <pc:sldMk cId="2865327918" sldId="353"/>
            <ac:spMk id="22" creationId="{5EBC0E57-6A88-2F4A-AB09-A75329C8C52B}"/>
          </ac:spMkLst>
        </pc:spChg>
        <pc:spChg chg="mod">
          <ac:chgData name="Mann, Karandeep S" userId="70c0bd7d-1109-4175-9e2d-f3f108cb0719" providerId="ADAL" clId="{3F39D7E7-6FC8-0149-8F59-92934676BEDB}" dt="2021-11-19T08:38:07.969" v="876" actId="1035"/>
          <ac:spMkLst>
            <pc:docMk/>
            <pc:sldMk cId="2865327918" sldId="353"/>
            <ac:spMk id="23" creationId="{7D3B2B05-96D8-124F-8B95-A945DF250997}"/>
          </ac:spMkLst>
        </pc:spChg>
        <pc:spChg chg="del">
          <ac:chgData name="Mann, Karandeep S" userId="70c0bd7d-1109-4175-9e2d-f3f108cb0719" providerId="ADAL" clId="{3F39D7E7-6FC8-0149-8F59-92934676BEDB}" dt="2021-11-19T07:46:15.581" v="370" actId="478"/>
          <ac:spMkLst>
            <pc:docMk/>
            <pc:sldMk cId="2865327918" sldId="353"/>
            <ac:spMk id="24" creationId="{D0BF5BEB-00FE-1F4B-AE12-72178D5901D7}"/>
          </ac:spMkLst>
        </pc:spChg>
        <pc:spChg chg="add mod">
          <ac:chgData name="Mann, Karandeep S" userId="70c0bd7d-1109-4175-9e2d-f3f108cb0719" providerId="ADAL" clId="{3F39D7E7-6FC8-0149-8F59-92934676BEDB}" dt="2021-11-19T08:03:26.614" v="852" actId="1038"/>
          <ac:spMkLst>
            <pc:docMk/>
            <pc:sldMk cId="2865327918" sldId="353"/>
            <ac:spMk id="25" creationId="{22E533D2-09C0-A949-9B3B-422B0C37B0FF}"/>
          </ac:spMkLst>
        </pc:spChg>
        <pc:spChg chg="add mod">
          <ac:chgData name="Mann, Karandeep S" userId="70c0bd7d-1109-4175-9e2d-f3f108cb0719" providerId="ADAL" clId="{3F39D7E7-6FC8-0149-8F59-92934676BEDB}" dt="2021-11-19T09:14:23.203" v="1605" actId="1037"/>
          <ac:spMkLst>
            <pc:docMk/>
            <pc:sldMk cId="2865327918" sldId="353"/>
            <ac:spMk id="26" creationId="{A4CB40F2-5DF5-E648-A9F6-F4E464392025}"/>
          </ac:spMkLst>
        </pc:spChg>
        <pc:spChg chg="add mod">
          <ac:chgData name="Mann, Karandeep S" userId="70c0bd7d-1109-4175-9e2d-f3f108cb0719" providerId="ADAL" clId="{3F39D7E7-6FC8-0149-8F59-92934676BEDB}" dt="2021-11-19T09:13:44.053" v="1530" actId="1036"/>
          <ac:spMkLst>
            <pc:docMk/>
            <pc:sldMk cId="2865327918" sldId="353"/>
            <ac:spMk id="27" creationId="{F9CA6DB9-CA81-9842-BB2D-49F2E7CF3126}"/>
          </ac:spMkLst>
        </pc:spChg>
        <pc:spChg chg="add mod">
          <ac:chgData name="Mann, Karandeep S" userId="70c0bd7d-1109-4175-9e2d-f3f108cb0719" providerId="ADAL" clId="{3F39D7E7-6FC8-0149-8F59-92934676BEDB}" dt="2021-11-19T09:14:08.611" v="1594" actId="20577"/>
          <ac:spMkLst>
            <pc:docMk/>
            <pc:sldMk cId="2865327918" sldId="353"/>
            <ac:spMk id="28" creationId="{D2E6B96D-8877-7440-9893-35D478CBCA19}"/>
          </ac:spMkLst>
        </pc:spChg>
        <pc:spChg chg="add mod">
          <ac:chgData name="Mann, Karandeep S" userId="70c0bd7d-1109-4175-9e2d-f3f108cb0719" providerId="ADAL" clId="{3F39D7E7-6FC8-0149-8F59-92934676BEDB}" dt="2021-11-19T09:15:49.933" v="1692" actId="20577"/>
          <ac:spMkLst>
            <pc:docMk/>
            <pc:sldMk cId="2865327918" sldId="353"/>
            <ac:spMk id="29" creationId="{8A86351C-6624-614B-A689-BFBA65AB00A3}"/>
          </ac:spMkLst>
        </pc:spChg>
        <pc:spChg chg="add mod">
          <ac:chgData name="Mann, Karandeep S" userId="70c0bd7d-1109-4175-9e2d-f3f108cb0719" providerId="ADAL" clId="{3F39D7E7-6FC8-0149-8F59-92934676BEDB}" dt="2021-11-19T09:14:55.192" v="1609" actId="1076"/>
          <ac:spMkLst>
            <pc:docMk/>
            <pc:sldMk cId="2865327918" sldId="353"/>
            <ac:spMk id="30" creationId="{0D30E553-B853-3C45-9777-639E5E8864D9}"/>
          </ac:spMkLst>
        </pc:spChg>
        <pc:spChg chg="add mod">
          <ac:chgData name="Mann, Karandeep S" userId="70c0bd7d-1109-4175-9e2d-f3f108cb0719" providerId="ADAL" clId="{3F39D7E7-6FC8-0149-8F59-92934676BEDB}" dt="2021-11-19T09:15:06.319" v="1611" actId="1076"/>
          <ac:spMkLst>
            <pc:docMk/>
            <pc:sldMk cId="2865327918" sldId="353"/>
            <ac:spMk id="31" creationId="{F00EBDA2-E520-564C-A476-E6C3FBBB40D7}"/>
          </ac:spMkLst>
        </pc:spChg>
        <pc:spChg chg="add mod">
          <ac:chgData name="Mann, Karandeep S" userId="70c0bd7d-1109-4175-9e2d-f3f108cb0719" providerId="ADAL" clId="{3F39D7E7-6FC8-0149-8F59-92934676BEDB}" dt="2021-11-19T09:15:15" v="1613" actId="1076"/>
          <ac:spMkLst>
            <pc:docMk/>
            <pc:sldMk cId="2865327918" sldId="353"/>
            <ac:spMk id="32" creationId="{F03B0F74-7484-BA4D-B435-22AB2A017F08}"/>
          </ac:spMkLst>
        </pc:spChg>
        <pc:spChg chg="add mod">
          <ac:chgData name="Mann, Karandeep S" userId="70c0bd7d-1109-4175-9e2d-f3f108cb0719" providerId="ADAL" clId="{3F39D7E7-6FC8-0149-8F59-92934676BEDB}" dt="2021-11-19T09:15:23.799" v="1615" actId="1076"/>
          <ac:spMkLst>
            <pc:docMk/>
            <pc:sldMk cId="2865327918" sldId="353"/>
            <ac:spMk id="33" creationId="{2A98AE14-F397-234E-A098-8E7717A59CBC}"/>
          </ac:spMkLst>
        </pc:spChg>
        <pc:picChg chg="add mod">
          <ac:chgData name="Mann, Karandeep S" userId="70c0bd7d-1109-4175-9e2d-f3f108cb0719" providerId="ADAL" clId="{3F39D7E7-6FC8-0149-8F59-92934676BEDB}" dt="2021-11-19T08:00:12.167" v="787" actId="14100"/>
          <ac:picMkLst>
            <pc:docMk/>
            <pc:sldMk cId="2865327918" sldId="353"/>
            <ac:picMk id="4" creationId="{DE4BC56A-0945-6242-8657-9F2AFE43181E}"/>
          </ac:picMkLst>
        </pc:picChg>
        <pc:picChg chg="add mod">
          <ac:chgData name="Mann, Karandeep S" userId="70c0bd7d-1109-4175-9e2d-f3f108cb0719" providerId="ADAL" clId="{3F39D7E7-6FC8-0149-8F59-92934676BEDB}" dt="2021-11-19T08:00:12.167" v="787" actId="14100"/>
          <ac:picMkLst>
            <pc:docMk/>
            <pc:sldMk cId="2865327918" sldId="353"/>
            <ac:picMk id="7" creationId="{413203CC-0DEF-3B4F-ADCF-E5A63AD11CED}"/>
          </ac:picMkLst>
        </pc:picChg>
        <pc:picChg chg="add mod">
          <ac:chgData name="Mann, Karandeep S" userId="70c0bd7d-1109-4175-9e2d-f3f108cb0719" providerId="ADAL" clId="{3F39D7E7-6FC8-0149-8F59-92934676BEDB}" dt="2021-11-19T08:00:12.167" v="787" actId="14100"/>
          <ac:picMkLst>
            <pc:docMk/>
            <pc:sldMk cId="2865327918" sldId="353"/>
            <ac:picMk id="8" creationId="{6F856D41-6BD1-8B4D-A80E-FAAE759A41D6}"/>
          </ac:picMkLst>
        </pc:picChg>
        <pc:picChg chg="add mod">
          <ac:chgData name="Mann, Karandeep S" userId="70c0bd7d-1109-4175-9e2d-f3f108cb0719" providerId="ADAL" clId="{3F39D7E7-6FC8-0149-8F59-92934676BEDB}" dt="2021-11-19T08:00:12.167" v="787" actId="14100"/>
          <ac:picMkLst>
            <pc:docMk/>
            <pc:sldMk cId="2865327918" sldId="353"/>
            <ac:picMk id="9" creationId="{C104870B-CD4A-6646-966B-ABDC2D2336C6}"/>
          </ac:picMkLst>
        </pc:picChg>
        <pc:picChg chg="add mod">
          <ac:chgData name="Mann, Karandeep S" userId="70c0bd7d-1109-4175-9e2d-f3f108cb0719" providerId="ADAL" clId="{3F39D7E7-6FC8-0149-8F59-92934676BEDB}" dt="2021-11-19T08:02:44.909" v="794" actId="14100"/>
          <ac:picMkLst>
            <pc:docMk/>
            <pc:sldMk cId="2865327918" sldId="353"/>
            <ac:picMk id="12" creationId="{F8065D8F-2208-2645-9F26-0256D73FCB0C}"/>
          </ac:picMkLst>
        </pc:picChg>
        <pc:cxnChg chg="del">
          <ac:chgData name="Mann, Karandeep S" userId="70c0bd7d-1109-4175-9e2d-f3f108cb0719" providerId="ADAL" clId="{3F39D7E7-6FC8-0149-8F59-92934676BEDB}" dt="2021-11-19T07:46:17.421" v="371" actId="478"/>
          <ac:cxnSpMkLst>
            <pc:docMk/>
            <pc:sldMk cId="2865327918" sldId="353"/>
            <ac:cxnSpMk id="10" creationId="{235FB646-17BF-1F4F-A029-C6EBE2228D00}"/>
          </ac:cxnSpMkLst>
        </pc:cxnChg>
        <pc:cxnChg chg="del mod">
          <ac:chgData name="Mann, Karandeep S" userId="70c0bd7d-1109-4175-9e2d-f3f108cb0719" providerId="ADAL" clId="{3F39D7E7-6FC8-0149-8F59-92934676BEDB}" dt="2021-11-19T09:14:34.727" v="1606" actId="478"/>
          <ac:cxnSpMkLst>
            <pc:docMk/>
            <pc:sldMk cId="2865327918" sldId="353"/>
            <ac:cxnSpMk id="15" creationId="{B8D45016-B3ED-FE4B-BD8C-AB5CDC1BE7FE}"/>
          </ac:cxnSpMkLst>
        </pc:cxnChg>
      </pc:sldChg>
      <pc:sldChg chg="modSp mod">
        <pc:chgData name="Mann, Karandeep S" userId="70c0bd7d-1109-4175-9e2d-f3f108cb0719" providerId="ADAL" clId="{3F39D7E7-6FC8-0149-8F59-92934676BEDB}" dt="2021-11-19T06:54:35.730" v="147" actId="1037"/>
        <pc:sldMkLst>
          <pc:docMk/>
          <pc:sldMk cId="3966110353" sldId="355"/>
        </pc:sldMkLst>
        <pc:cxnChg chg="mod">
          <ac:chgData name="Mann, Karandeep S" userId="70c0bd7d-1109-4175-9e2d-f3f108cb0719" providerId="ADAL" clId="{3F39D7E7-6FC8-0149-8F59-92934676BEDB}" dt="2021-11-19T06:54:35.730" v="147" actId="1037"/>
          <ac:cxnSpMkLst>
            <pc:docMk/>
            <pc:sldMk cId="3966110353" sldId="355"/>
            <ac:cxnSpMk id="10" creationId="{A88EBC4C-3F68-4EA7-8A4E-668811EF26F4}"/>
          </ac:cxnSpMkLst>
        </pc:cxnChg>
      </pc:sldChg>
      <pc:sldChg chg="addSp delSp modSp mod">
        <pc:chgData name="Mann, Karandeep S" userId="70c0bd7d-1109-4175-9e2d-f3f108cb0719" providerId="ADAL" clId="{3F39D7E7-6FC8-0149-8F59-92934676BEDB}" dt="2021-11-19T06:42:41.671" v="107" actId="1076"/>
        <pc:sldMkLst>
          <pc:docMk/>
          <pc:sldMk cId="3296519575" sldId="356"/>
        </pc:sldMkLst>
        <pc:spChg chg="mod">
          <ac:chgData name="Mann, Karandeep S" userId="70c0bd7d-1109-4175-9e2d-f3f108cb0719" providerId="ADAL" clId="{3F39D7E7-6FC8-0149-8F59-92934676BEDB}" dt="2021-11-19T06:37:44.377" v="93" actId="1036"/>
          <ac:spMkLst>
            <pc:docMk/>
            <pc:sldMk cId="3296519575" sldId="356"/>
            <ac:spMk id="4" creationId="{36115AE9-8435-4A09-9C17-0CAD0A116466}"/>
          </ac:spMkLst>
        </pc:spChg>
        <pc:spChg chg="add mod">
          <ac:chgData name="Mann, Karandeep S" userId="70c0bd7d-1109-4175-9e2d-f3f108cb0719" providerId="ADAL" clId="{3F39D7E7-6FC8-0149-8F59-92934676BEDB}" dt="2021-11-19T06:37:07.294" v="63" actId="14100"/>
          <ac:spMkLst>
            <pc:docMk/>
            <pc:sldMk cId="3296519575" sldId="356"/>
            <ac:spMk id="13" creationId="{716CCDF3-19BB-3847-B5A8-E5B3FA88AFC2}"/>
          </ac:spMkLst>
        </pc:spChg>
        <pc:spChg chg="add del mod">
          <ac:chgData name="Mann, Karandeep S" userId="70c0bd7d-1109-4175-9e2d-f3f108cb0719" providerId="ADAL" clId="{3F39D7E7-6FC8-0149-8F59-92934676BEDB}" dt="2021-11-19T06:37:21.880" v="65" actId="478"/>
          <ac:spMkLst>
            <pc:docMk/>
            <pc:sldMk cId="3296519575" sldId="356"/>
            <ac:spMk id="14" creationId="{C9589F53-9696-1C48-864F-F4F4A357491A}"/>
          </ac:spMkLst>
        </pc:spChg>
        <pc:picChg chg="mod">
          <ac:chgData name="Mann, Karandeep S" userId="70c0bd7d-1109-4175-9e2d-f3f108cb0719" providerId="ADAL" clId="{3F39D7E7-6FC8-0149-8F59-92934676BEDB}" dt="2021-11-19T06:38:14.595" v="101" actId="14100"/>
          <ac:picMkLst>
            <pc:docMk/>
            <pc:sldMk cId="3296519575" sldId="356"/>
            <ac:picMk id="7" creationId="{2E774D11-41FF-4A98-9037-338E034BEFF4}"/>
          </ac:picMkLst>
        </pc:picChg>
        <pc:picChg chg="mod">
          <ac:chgData name="Mann, Karandeep S" userId="70c0bd7d-1109-4175-9e2d-f3f108cb0719" providerId="ADAL" clId="{3F39D7E7-6FC8-0149-8F59-92934676BEDB}" dt="2021-11-19T06:42:41.671" v="107" actId="1076"/>
          <ac:picMkLst>
            <pc:docMk/>
            <pc:sldMk cId="3296519575" sldId="356"/>
            <ac:picMk id="9" creationId="{32FF6AE6-5D64-45F5-A96D-33CB3C2829A4}"/>
          </ac:picMkLst>
        </pc:picChg>
        <pc:picChg chg="mod">
          <ac:chgData name="Mann, Karandeep S" userId="70c0bd7d-1109-4175-9e2d-f3f108cb0719" providerId="ADAL" clId="{3F39D7E7-6FC8-0149-8F59-92934676BEDB}" dt="2021-11-19T06:38:13.554" v="99" actId="14100"/>
          <ac:picMkLst>
            <pc:docMk/>
            <pc:sldMk cId="3296519575" sldId="356"/>
            <ac:picMk id="11" creationId="{E64D9B9C-75A3-476E-98A8-3AD45097672B}"/>
          </ac:picMkLst>
        </pc:picChg>
        <pc:picChg chg="add del mod">
          <ac:chgData name="Mann, Karandeep S" userId="70c0bd7d-1109-4175-9e2d-f3f108cb0719" providerId="ADAL" clId="{3F39D7E7-6FC8-0149-8F59-92934676BEDB}" dt="2021-11-19T06:34:56.582" v="31" actId="478"/>
          <ac:picMkLst>
            <pc:docMk/>
            <pc:sldMk cId="3296519575" sldId="356"/>
            <ac:picMk id="12" creationId="{1D7D6AB1-09BC-2445-80A9-7A6798E085F9}"/>
          </ac:picMkLst>
        </pc:picChg>
      </pc:sldChg>
      <pc:sldChg chg="modSp mod">
        <pc:chgData name="Mann, Karandeep S" userId="70c0bd7d-1109-4175-9e2d-f3f108cb0719" providerId="ADAL" clId="{3F39D7E7-6FC8-0149-8F59-92934676BEDB}" dt="2021-11-19T10:37:24.861" v="2662" actId="1038"/>
        <pc:sldMkLst>
          <pc:docMk/>
          <pc:sldMk cId="1793900572" sldId="357"/>
        </pc:sldMkLst>
        <pc:spChg chg="mod">
          <ac:chgData name="Mann, Karandeep S" userId="70c0bd7d-1109-4175-9e2d-f3f108cb0719" providerId="ADAL" clId="{3F39D7E7-6FC8-0149-8F59-92934676BEDB}" dt="2021-11-19T10:37:24.861" v="2662" actId="1038"/>
          <ac:spMkLst>
            <pc:docMk/>
            <pc:sldMk cId="1793900572" sldId="357"/>
            <ac:spMk id="2" creationId="{60D86482-19DE-43DA-9827-DB8F71E0B354}"/>
          </ac:spMkLst>
        </pc:spChg>
      </pc:sldChg>
      <pc:sldChg chg="ord">
        <pc:chgData name="Mann, Karandeep S" userId="70c0bd7d-1109-4175-9e2d-f3f108cb0719" providerId="ADAL" clId="{3F39D7E7-6FC8-0149-8F59-92934676BEDB}" dt="2021-11-19T08:57:37.307" v="1104" actId="20578"/>
        <pc:sldMkLst>
          <pc:docMk/>
          <pc:sldMk cId="3802229368" sldId="358"/>
        </pc:sldMkLst>
      </pc:sldChg>
      <pc:sldChg chg="addSp delSp modSp add mod ord">
        <pc:chgData name="Mann, Karandeep S" userId="70c0bd7d-1109-4175-9e2d-f3f108cb0719" providerId="ADAL" clId="{3F39D7E7-6FC8-0149-8F59-92934676BEDB}" dt="2021-11-19T08:57:59.723" v="1108" actId="20578"/>
        <pc:sldMkLst>
          <pc:docMk/>
          <pc:sldMk cId="2310031114" sldId="359"/>
        </pc:sldMkLst>
        <pc:spChg chg="del">
          <ac:chgData name="Mann, Karandeep S" userId="70c0bd7d-1109-4175-9e2d-f3f108cb0719" providerId="ADAL" clId="{3F39D7E7-6FC8-0149-8F59-92934676BEDB}" dt="2021-11-19T06:52:33.164" v="110" actId="478"/>
          <ac:spMkLst>
            <pc:docMk/>
            <pc:sldMk cId="2310031114" sldId="359"/>
            <ac:spMk id="3" creationId="{661DD586-6C32-4D34-8D39-53B2D42CF885}"/>
          </ac:spMkLst>
        </pc:spChg>
        <pc:spChg chg="add mod">
          <ac:chgData name="Mann, Karandeep S" userId="70c0bd7d-1109-4175-9e2d-f3f108cb0719" providerId="ADAL" clId="{3F39D7E7-6FC8-0149-8F59-92934676BEDB}" dt="2021-11-19T07:01:54.166" v="310" actId="1035"/>
          <ac:spMkLst>
            <pc:docMk/>
            <pc:sldMk cId="2310031114" sldId="359"/>
            <ac:spMk id="4" creationId="{D4831145-BA5B-F048-B1E0-4ED2EB87DEF4}"/>
          </ac:spMkLst>
        </pc:spChg>
        <pc:spChg chg="del">
          <ac:chgData name="Mann, Karandeep S" userId="70c0bd7d-1109-4175-9e2d-f3f108cb0719" providerId="ADAL" clId="{3F39D7E7-6FC8-0149-8F59-92934676BEDB}" dt="2021-11-19T06:52:33.164" v="110" actId="478"/>
          <ac:spMkLst>
            <pc:docMk/>
            <pc:sldMk cId="2310031114" sldId="359"/>
            <ac:spMk id="7" creationId="{A2833D23-F263-814C-BC60-7A8A1504FC77}"/>
          </ac:spMkLst>
        </pc:spChg>
        <pc:spChg chg="add mod">
          <ac:chgData name="Mann, Karandeep S" userId="70c0bd7d-1109-4175-9e2d-f3f108cb0719" providerId="ADAL" clId="{3F39D7E7-6FC8-0149-8F59-92934676BEDB}" dt="2021-11-19T07:04:22.884" v="342" actId="1038"/>
          <ac:spMkLst>
            <pc:docMk/>
            <pc:sldMk cId="2310031114" sldId="359"/>
            <ac:spMk id="8" creationId="{F5E73309-D7B9-7646-8DE0-75AC5F8B0BC0}"/>
          </ac:spMkLst>
        </pc:spChg>
        <pc:spChg chg="del">
          <ac:chgData name="Mann, Karandeep S" userId="70c0bd7d-1109-4175-9e2d-f3f108cb0719" providerId="ADAL" clId="{3F39D7E7-6FC8-0149-8F59-92934676BEDB}" dt="2021-11-19T06:52:33.164" v="110" actId="478"/>
          <ac:spMkLst>
            <pc:docMk/>
            <pc:sldMk cId="2310031114" sldId="359"/>
            <ac:spMk id="10" creationId="{548A6E32-4C66-4DDF-B1ED-B05782A259F2}"/>
          </ac:spMkLst>
        </pc:spChg>
        <pc:spChg chg="add mod">
          <ac:chgData name="Mann, Karandeep S" userId="70c0bd7d-1109-4175-9e2d-f3f108cb0719" providerId="ADAL" clId="{3F39D7E7-6FC8-0149-8F59-92934676BEDB}" dt="2021-11-19T07:01:49.397" v="300" actId="1076"/>
          <ac:spMkLst>
            <pc:docMk/>
            <pc:sldMk cId="2310031114" sldId="359"/>
            <ac:spMk id="13" creationId="{D9436639-36B1-A643-BEF0-E5FE6EE9F3FD}"/>
          </ac:spMkLst>
        </pc:spChg>
        <pc:spChg chg="mod">
          <ac:chgData name="Mann, Karandeep S" userId="70c0bd7d-1109-4175-9e2d-f3f108cb0719" providerId="ADAL" clId="{3F39D7E7-6FC8-0149-8F59-92934676BEDB}" dt="2021-11-19T06:53:50.783" v="140" actId="20577"/>
          <ac:spMkLst>
            <pc:docMk/>
            <pc:sldMk cId="2310031114" sldId="359"/>
            <ac:spMk id="15" creationId="{2CD4FCEA-AED9-0349-A272-3C0661CC0ED3}"/>
          </ac:spMkLst>
        </pc:spChg>
        <pc:spChg chg="add mod">
          <ac:chgData name="Mann, Karandeep S" userId="70c0bd7d-1109-4175-9e2d-f3f108cb0719" providerId="ADAL" clId="{3F39D7E7-6FC8-0149-8F59-92934676BEDB}" dt="2021-11-19T07:04:32.087" v="353" actId="1037"/>
          <ac:spMkLst>
            <pc:docMk/>
            <pc:sldMk cId="2310031114" sldId="359"/>
            <ac:spMk id="16" creationId="{93AB8F2A-B9ED-4341-851E-FB34A3F9BAA1}"/>
          </ac:spMkLst>
        </pc:spChg>
        <pc:picChg chg="del">
          <ac:chgData name="Mann, Karandeep S" userId="70c0bd7d-1109-4175-9e2d-f3f108cb0719" providerId="ADAL" clId="{3F39D7E7-6FC8-0149-8F59-92934676BEDB}" dt="2021-11-19T06:52:33.164" v="110" actId="478"/>
          <ac:picMkLst>
            <pc:docMk/>
            <pc:sldMk cId="2310031114" sldId="359"/>
            <ac:picMk id="2" creationId="{B590521C-B117-40B5-8AFF-5162AD301FAD}"/>
          </ac:picMkLst>
        </pc:picChg>
        <pc:picChg chg="add mod">
          <ac:chgData name="Mann, Karandeep S" userId="70c0bd7d-1109-4175-9e2d-f3f108cb0719" providerId="ADAL" clId="{3F39D7E7-6FC8-0149-8F59-92934676BEDB}" dt="2021-11-19T06:58:10.003" v="152" actId="1076"/>
          <ac:picMkLst>
            <pc:docMk/>
            <pc:sldMk cId="2310031114" sldId="359"/>
            <ac:picMk id="12" creationId="{A421D2AF-61EE-ED4B-A177-5F2341980327}"/>
          </ac:picMkLst>
        </pc:picChg>
        <pc:picChg chg="add mod">
          <ac:chgData name="Mann, Karandeep S" userId="70c0bd7d-1109-4175-9e2d-f3f108cb0719" providerId="ADAL" clId="{3F39D7E7-6FC8-0149-8F59-92934676BEDB}" dt="2021-11-19T07:03:19.995" v="311" actId="1076"/>
          <ac:picMkLst>
            <pc:docMk/>
            <pc:sldMk cId="2310031114" sldId="359"/>
            <ac:picMk id="1026" creationId="{37FEDBD6-8F9D-034B-8D1F-FF2A35589B5C}"/>
          </ac:picMkLst>
        </pc:picChg>
        <pc:cxnChg chg="add">
          <ac:chgData name="Mann, Karandeep S" userId="70c0bd7d-1109-4175-9e2d-f3f108cb0719" providerId="ADAL" clId="{3F39D7E7-6FC8-0149-8F59-92934676BEDB}" dt="2021-11-19T07:32:51.822" v="354" actId="11529"/>
          <ac:cxnSpMkLst>
            <pc:docMk/>
            <pc:sldMk cId="2310031114" sldId="359"/>
            <ac:cxnSpMk id="3" creationId="{41D7223F-E954-3E47-90FB-9BD8D3530BC9}"/>
          </ac:cxnSpMkLst>
        </pc:cxnChg>
        <pc:cxnChg chg="add mod">
          <ac:chgData name="Mann, Karandeep S" userId="70c0bd7d-1109-4175-9e2d-f3f108cb0719" providerId="ADAL" clId="{3F39D7E7-6FC8-0149-8F59-92934676BEDB}" dt="2021-11-19T06:58:15.768" v="162" actId="1037"/>
          <ac:cxnSpMkLst>
            <pc:docMk/>
            <pc:sldMk cId="2310031114" sldId="359"/>
            <ac:cxnSpMk id="11" creationId="{D7E4B365-826B-3844-B481-7B6C62C89745}"/>
          </ac:cxnSpMkLst>
        </pc:cxnChg>
      </pc:sldChg>
      <pc:sldChg chg="add del">
        <pc:chgData name="Mann, Karandeep S" userId="70c0bd7d-1109-4175-9e2d-f3f108cb0719" providerId="ADAL" clId="{3F39D7E7-6FC8-0149-8F59-92934676BEDB}" dt="2021-11-19T06:53:55.253" v="142"/>
        <pc:sldMkLst>
          <pc:docMk/>
          <pc:sldMk cId="1852014749" sldId="360"/>
        </pc:sldMkLst>
      </pc:sldChg>
      <pc:sldChg chg="modSp mod">
        <pc:chgData name="Mann, Karandeep S" userId="70c0bd7d-1109-4175-9e2d-f3f108cb0719" providerId="ADAL" clId="{3F39D7E7-6FC8-0149-8F59-92934676BEDB}" dt="2021-11-19T09:36:40.094" v="1876" actId="1076"/>
        <pc:sldMkLst>
          <pc:docMk/>
          <pc:sldMk cId="3966661885" sldId="360"/>
        </pc:sldMkLst>
        <pc:picChg chg="mod">
          <ac:chgData name="Mann, Karandeep S" userId="70c0bd7d-1109-4175-9e2d-f3f108cb0719" providerId="ADAL" clId="{3F39D7E7-6FC8-0149-8F59-92934676BEDB}" dt="2021-11-19T09:36:40.094" v="1876" actId="1076"/>
          <ac:picMkLst>
            <pc:docMk/>
            <pc:sldMk cId="3966661885" sldId="360"/>
            <ac:picMk id="2" creationId="{0A8F6355-E9F7-4B33-9EBA-C70C1E22A2D4}"/>
          </ac:picMkLst>
        </pc:picChg>
      </pc:sldChg>
      <pc:sldChg chg="addSp delSp modSp add mod">
        <pc:chgData name="Mann, Karandeep S" userId="70c0bd7d-1109-4175-9e2d-f3f108cb0719" providerId="ADAL" clId="{3F39D7E7-6FC8-0149-8F59-92934676BEDB}" dt="2021-11-19T08:56:51.732" v="1100" actId="14100"/>
        <pc:sldMkLst>
          <pc:docMk/>
          <pc:sldMk cId="173005761" sldId="361"/>
        </pc:sldMkLst>
        <pc:spChg chg="add mod">
          <ac:chgData name="Mann, Karandeep S" userId="70c0bd7d-1109-4175-9e2d-f3f108cb0719" providerId="ADAL" clId="{3F39D7E7-6FC8-0149-8F59-92934676BEDB}" dt="2021-11-19T08:46:14.713" v="979" actId="20577"/>
          <ac:spMkLst>
            <pc:docMk/>
            <pc:sldMk cId="173005761" sldId="361"/>
            <ac:spMk id="2" creationId="{98B18A3A-3619-3A4A-8A64-64479D1E29DE}"/>
          </ac:spMkLst>
        </pc:spChg>
        <pc:spChg chg="mod">
          <ac:chgData name="Mann, Karandeep S" userId="70c0bd7d-1109-4175-9e2d-f3f108cb0719" providerId="ADAL" clId="{3F39D7E7-6FC8-0149-8F59-92934676BEDB}" dt="2021-11-19T08:42:26.943" v="947" actId="20577"/>
          <ac:spMkLst>
            <pc:docMk/>
            <pc:sldMk cId="173005761" sldId="361"/>
            <ac:spMk id="4" creationId="{D4831145-BA5B-F048-B1E0-4ED2EB87DEF4}"/>
          </ac:spMkLst>
        </pc:spChg>
        <pc:spChg chg="del">
          <ac:chgData name="Mann, Karandeep S" userId="70c0bd7d-1109-4175-9e2d-f3f108cb0719" providerId="ADAL" clId="{3F39D7E7-6FC8-0149-8F59-92934676BEDB}" dt="2021-11-19T08:44:33.674" v="951" actId="478"/>
          <ac:spMkLst>
            <pc:docMk/>
            <pc:sldMk cId="173005761" sldId="361"/>
            <ac:spMk id="8" creationId="{F5E73309-D7B9-7646-8DE0-75AC5F8B0BC0}"/>
          </ac:spMkLst>
        </pc:spChg>
        <pc:spChg chg="mod">
          <ac:chgData name="Mann, Karandeep S" userId="70c0bd7d-1109-4175-9e2d-f3f108cb0719" providerId="ADAL" clId="{3F39D7E7-6FC8-0149-8F59-92934676BEDB}" dt="2021-11-19T08:42:05.118" v="921" actId="1076"/>
          <ac:spMkLst>
            <pc:docMk/>
            <pc:sldMk cId="173005761" sldId="361"/>
            <ac:spMk id="13" creationId="{D9436639-36B1-A643-BEF0-E5FE6EE9F3FD}"/>
          </ac:spMkLst>
        </pc:spChg>
        <pc:spChg chg="add mod">
          <ac:chgData name="Mann, Karandeep S" userId="70c0bd7d-1109-4175-9e2d-f3f108cb0719" providerId="ADAL" clId="{3F39D7E7-6FC8-0149-8F59-92934676BEDB}" dt="2021-11-19T08:45:43.451" v="964" actId="1076"/>
          <ac:spMkLst>
            <pc:docMk/>
            <pc:sldMk cId="173005761" sldId="361"/>
            <ac:spMk id="14" creationId="{322DD460-55CD-0149-AF7C-7A59213C018C}"/>
          </ac:spMkLst>
        </pc:spChg>
        <pc:spChg chg="mod">
          <ac:chgData name="Mann, Karandeep S" userId="70c0bd7d-1109-4175-9e2d-f3f108cb0719" providerId="ADAL" clId="{3F39D7E7-6FC8-0149-8F59-92934676BEDB}" dt="2021-11-19T08:41:47.456" v="899" actId="20577"/>
          <ac:spMkLst>
            <pc:docMk/>
            <pc:sldMk cId="173005761" sldId="361"/>
            <ac:spMk id="15" creationId="{2CD4FCEA-AED9-0349-A272-3C0661CC0ED3}"/>
          </ac:spMkLst>
        </pc:spChg>
        <pc:spChg chg="del">
          <ac:chgData name="Mann, Karandeep S" userId="70c0bd7d-1109-4175-9e2d-f3f108cb0719" providerId="ADAL" clId="{3F39D7E7-6FC8-0149-8F59-92934676BEDB}" dt="2021-11-19T08:44:31.583" v="950" actId="478"/>
          <ac:spMkLst>
            <pc:docMk/>
            <pc:sldMk cId="173005761" sldId="361"/>
            <ac:spMk id="16" creationId="{93AB8F2A-B9ED-4341-851E-FB34A3F9BAA1}"/>
          </ac:spMkLst>
        </pc:spChg>
        <pc:spChg chg="add mod">
          <ac:chgData name="Mann, Karandeep S" userId="70c0bd7d-1109-4175-9e2d-f3f108cb0719" providerId="ADAL" clId="{3F39D7E7-6FC8-0149-8F59-92934676BEDB}" dt="2021-11-19T08:46:20.222" v="991" actId="20577"/>
          <ac:spMkLst>
            <pc:docMk/>
            <pc:sldMk cId="173005761" sldId="361"/>
            <ac:spMk id="18" creationId="{CC278476-2EDC-A347-810D-2B03A98894AE}"/>
          </ac:spMkLst>
        </pc:spChg>
        <pc:spChg chg="add mod">
          <ac:chgData name="Mann, Karandeep S" userId="70c0bd7d-1109-4175-9e2d-f3f108cb0719" providerId="ADAL" clId="{3F39D7E7-6FC8-0149-8F59-92934676BEDB}" dt="2021-11-19T08:45:56.571" v="968" actId="1076"/>
          <ac:spMkLst>
            <pc:docMk/>
            <pc:sldMk cId="173005761" sldId="361"/>
            <ac:spMk id="19" creationId="{B6EB78A8-7898-3041-B03F-0D7A41B595B3}"/>
          </ac:spMkLst>
        </pc:spChg>
        <pc:spChg chg="add mod">
          <ac:chgData name="Mann, Karandeep S" userId="70c0bd7d-1109-4175-9e2d-f3f108cb0719" providerId="ADAL" clId="{3F39D7E7-6FC8-0149-8F59-92934676BEDB}" dt="2021-11-19T08:46:25.200" v="1000" actId="20577"/>
          <ac:spMkLst>
            <pc:docMk/>
            <pc:sldMk cId="173005761" sldId="361"/>
            <ac:spMk id="20" creationId="{5D9D9AAB-899E-E849-BE91-B1DFBBE43ECD}"/>
          </ac:spMkLst>
        </pc:spChg>
        <pc:spChg chg="add mod">
          <ac:chgData name="Mann, Karandeep S" userId="70c0bd7d-1109-4175-9e2d-f3f108cb0719" providerId="ADAL" clId="{3F39D7E7-6FC8-0149-8F59-92934676BEDB}" dt="2021-11-19T08:46:53.141" v="1084" actId="1038"/>
          <ac:spMkLst>
            <pc:docMk/>
            <pc:sldMk cId="173005761" sldId="361"/>
            <ac:spMk id="21" creationId="{FD12D3EE-0377-6044-855D-02AB4F724EA6}"/>
          </ac:spMkLst>
        </pc:spChg>
        <pc:spChg chg="add mod">
          <ac:chgData name="Mann, Karandeep S" userId="70c0bd7d-1109-4175-9e2d-f3f108cb0719" providerId="ADAL" clId="{3F39D7E7-6FC8-0149-8F59-92934676BEDB}" dt="2021-11-19T08:46:53.141" v="1084" actId="1038"/>
          <ac:spMkLst>
            <pc:docMk/>
            <pc:sldMk cId="173005761" sldId="361"/>
            <ac:spMk id="22" creationId="{B58E59DC-8366-F346-A1DE-2F3D1DC18925}"/>
          </ac:spMkLst>
        </pc:spChg>
        <pc:spChg chg="add mod">
          <ac:chgData name="Mann, Karandeep S" userId="70c0bd7d-1109-4175-9e2d-f3f108cb0719" providerId="ADAL" clId="{3F39D7E7-6FC8-0149-8F59-92934676BEDB}" dt="2021-11-19T08:46:53.141" v="1084" actId="1038"/>
          <ac:spMkLst>
            <pc:docMk/>
            <pc:sldMk cId="173005761" sldId="361"/>
            <ac:spMk id="23" creationId="{E6B2D916-C97B-B049-A131-5764F8FAC4D6}"/>
          </ac:spMkLst>
        </pc:spChg>
        <pc:spChg chg="add mod">
          <ac:chgData name="Mann, Karandeep S" userId="70c0bd7d-1109-4175-9e2d-f3f108cb0719" providerId="ADAL" clId="{3F39D7E7-6FC8-0149-8F59-92934676BEDB}" dt="2021-11-19T08:46:53.141" v="1084" actId="1038"/>
          <ac:spMkLst>
            <pc:docMk/>
            <pc:sldMk cId="173005761" sldId="361"/>
            <ac:spMk id="24" creationId="{A8CEB489-A4E2-664D-8E4B-DBC003CCDAEE}"/>
          </ac:spMkLst>
        </pc:spChg>
        <pc:spChg chg="add mod">
          <ac:chgData name="Mann, Karandeep S" userId="70c0bd7d-1109-4175-9e2d-f3f108cb0719" providerId="ADAL" clId="{3F39D7E7-6FC8-0149-8F59-92934676BEDB}" dt="2021-11-19T08:46:53.141" v="1084" actId="1038"/>
          <ac:spMkLst>
            <pc:docMk/>
            <pc:sldMk cId="173005761" sldId="361"/>
            <ac:spMk id="25" creationId="{26C98EE6-0704-9746-A450-D07E7ED94939}"/>
          </ac:spMkLst>
        </pc:spChg>
        <pc:picChg chg="del">
          <ac:chgData name="Mann, Karandeep S" userId="70c0bd7d-1109-4175-9e2d-f3f108cb0719" providerId="ADAL" clId="{3F39D7E7-6FC8-0149-8F59-92934676BEDB}" dt="2021-11-19T08:44:28.433" v="949" actId="478"/>
          <ac:picMkLst>
            <pc:docMk/>
            <pc:sldMk cId="173005761" sldId="361"/>
            <ac:picMk id="12" creationId="{A421D2AF-61EE-ED4B-A177-5F2341980327}"/>
          </ac:picMkLst>
        </pc:picChg>
        <pc:picChg chg="del">
          <ac:chgData name="Mann, Karandeep S" userId="70c0bd7d-1109-4175-9e2d-f3f108cb0719" providerId="ADAL" clId="{3F39D7E7-6FC8-0149-8F59-92934676BEDB}" dt="2021-11-19T08:44:26.040" v="948" actId="478"/>
          <ac:picMkLst>
            <pc:docMk/>
            <pc:sldMk cId="173005761" sldId="361"/>
            <ac:picMk id="1026" creationId="{37FEDBD6-8F9D-034B-8D1F-FF2A35589B5C}"/>
          </ac:picMkLst>
        </pc:picChg>
        <pc:cxnChg chg="del">
          <ac:chgData name="Mann, Karandeep S" userId="70c0bd7d-1109-4175-9e2d-f3f108cb0719" providerId="ADAL" clId="{3F39D7E7-6FC8-0149-8F59-92934676BEDB}" dt="2021-11-19T08:44:31.583" v="950" actId="478"/>
          <ac:cxnSpMkLst>
            <pc:docMk/>
            <pc:sldMk cId="173005761" sldId="361"/>
            <ac:cxnSpMk id="3" creationId="{41D7223F-E954-3E47-90FB-9BD8D3530BC9}"/>
          </ac:cxnSpMkLst>
        </pc:cxnChg>
        <pc:cxnChg chg="add del mod">
          <ac:chgData name="Mann, Karandeep S" userId="70c0bd7d-1109-4175-9e2d-f3f108cb0719" providerId="ADAL" clId="{3F39D7E7-6FC8-0149-8F59-92934676BEDB}" dt="2021-11-19T08:45:24.859" v="959" actId="478"/>
          <ac:cxnSpMkLst>
            <pc:docMk/>
            <pc:sldMk cId="173005761" sldId="361"/>
            <ac:cxnSpMk id="9" creationId="{6CA1D70F-EDC9-AF4C-BEDD-0171C81A02C1}"/>
          </ac:cxnSpMkLst>
        </pc:cxnChg>
        <pc:cxnChg chg="add mod">
          <ac:chgData name="Mann, Karandeep S" userId="70c0bd7d-1109-4175-9e2d-f3f108cb0719" providerId="ADAL" clId="{3F39D7E7-6FC8-0149-8F59-92934676BEDB}" dt="2021-11-19T08:56:51.732" v="1100" actId="14100"/>
          <ac:cxnSpMkLst>
            <pc:docMk/>
            <pc:sldMk cId="173005761" sldId="361"/>
            <ac:cxnSpMk id="26" creationId="{AAAB470C-47A6-454C-AB85-90DA69EC4311}"/>
          </ac:cxnSpMkLst>
        </pc:cxnChg>
      </pc:sldChg>
      <pc:sldChg chg="addSp delSp modSp add mod">
        <pc:chgData name="Mann, Karandeep S" userId="70c0bd7d-1109-4175-9e2d-f3f108cb0719" providerId="ADAL" clId="{3F39D7E7-6FC8-0149-8F59-92934676BEDB}" dt="2021-11-19T12:50:51.999" v="2669" actId="122"/>
        <pc:sldMkLst>
          <pc:docMk/>
          <pc:sldMk cId="1052422682" sldId="362"/>
        </pc:sldMkLst>
        <pc:spChg chg="mod">
          <ac:chgData name="Mann, Karandeep S" userId="70c0bd7d-1109-4175-9e2d-f3f108cb0719" providerId="ADAL" clId="{3F39D7E7-6FC8-0149-8F59-92934676BEDB}" dt="2021-11-19T09:01:00.546" v="1119" actId="20577"/>
          <ac:spMkLst>
            <pc:docMk/>
            <pc:sldMk cId="1052422682" sldId="362"/>
            <ac:spMk id="4" creationId="{4BFD9ADF-0A94-F54A-B6F2-D14990CF2FEE}"/>
          </ac:spMkLst>
        </pc:spChg>
        <pc:graphicFrameChg chg="mod modGraphic">
          <ac:chgData name="Mann, Karandeep S" userId="70c0bd7d-1109-4175-9e2d-f3f108cb0719" providerId="ADAL" clId="{3F39D7E7-6FC8-0149-8F59-92934676BEDB}" dt="2021-11-19T12:50:51.999" v="2669" actId="122"/>
          <ac:graphicFrameMkLst>
            <pc:docMk/>
            <pc:sldMk cId="1052422682" sldId="362"/>
            <ac:graphicFrameMk id="3" creationId="{C43371CA-75D4-48F9-B995-62F1912900A4}"/>
          </ac:graphicFrameMkLst>
        </pc:graphicFrameChg>
        <pc:picChg chg="del">
          <ac:chgData name="Mann, Karandeep S" userId="70c0bd7d-1109-4175-9e2d-f3f108cb0719" providerId="ADAL" clId="{3F39D7E7-6FC8-0149-8F59-92934676BEDB}" dt="2021-11-19T09:01:02.225" v="1120" actId="478"/>
          <ac:picMkLst>
            <pc:docMk/>
            <pc:sldMk cId="1052422682" sldId="362"/>
            <ac:picMk id="2" creationId="{1A236ADF-1E2D-5348-8E9F-E92533087735}"/>
          </ac:picMkLst>
        </pc:picChg>
        <pc:picChg chg="add mod">
          <ac:chgData name="Mann, Karandeep S" userId="70c0bd7d-1109-4175-9e2d-f3f108cb0719" providerId="ADAL" clId="{3F39D7E7-6FC8-0149-8F59-92934676BEDB}" dt="2021-11-19T10:22:53.251" v="2593" actId="14100"/>
          <ac:picMkLst>
            <pc:docMk/>
            <pc:sldMk cId="1052422682" sldId="362"/>
            <ac:picMk id="3" creationId="{CAAB820F-7C97-FB4C-9F52-E67CDB5C16FE}"/>
          </ac:picMkLst>
        </pc:picChg>
      </pc:sldChg>
      <pc:sldChg chg="new del">
        <pc:chgData name="Mann, Karandeep S" userId="70c0bd7d-1109-4175-9e2d-f3f108cb0719" providerId="ADAL" clId="{3F39D7E7-6FC8-0149-8F59-92934676BEDB}" dt="2021-11-19T09:00:46.352" v="1110" actId="680"/>
        <pc:sldMkLst>
          <pc:docMk/>
          <pc:sldMk cId="2870398578" sldId="362"/>
        </pc:sldMkLst>
      </pc:sldChg>
      <pc:sldChg chg="addSp delSp modSp add mod">
        <pc:chgData name="Mann, Karandeep S" userId="70c0bd7d-1109-4175-9e2d-f3f108cb0719" providerId="ADAL" clId="{3F39D7E7-6FC8-0149-8F59-92934676BEDB}" dt="2021-11-19T09:52:48.790" v="2475" actId="1036"/>
        <pc:sldMkLst>
          <pc:docMk/>
          <pc:sldMk cId="1331681769" sldId="363"/>
        </pc:sldMkLst>
        <pc:spChg chg="add mod">
          <ac:chgData name="Mann, Karandeep S" userId="70c0bd7d-1109-4175-9e2d-f3f108cb0719" providerId="ADAL" clId="{3F39D7E7-6FC8-0149-8F59-92934676BEDB}" dt="2021-11-19T09:52:48.790" v="2475" actId="1036"/>
          <ac:spMkLst>
            <pc:docMk/>
            <pc:sldMk cId="1331681769" sldId="363"/>
            <ac:spMk id="3" creationId="{CC47BCEE-44A9-A643-8A9E-4B8DA6D3D047}"/>
          </ac:spMkLst>
        </pc:spChg>
        <pc:spChg chg="mod">
          <ac:chgData name="Mann, Karandeep S" userId="70c0bd7d-1109-4175-9e2d-f3f108cb0719" providerId="ADAL" clId="{3F39D7E7-6FC8-0149-8F59-92934676BEDB}" dt="2021-11-19T09:32:05.178" v="1706" actId="20577"/>
          <ac:spMkLst>
            <pc:docMk/>
            <pc:sldMk cId="1331681769" sldId="363"/>
            <ac:spMk id="4" creationId="{4BFD9ADF-0A94-F54A-B6F2-D14990CF2FEE}"/>
          </ac:spMkLst>
        </pc:spChg>
        <pc:spChg chg="add mod">
          <ac:chgData name="Mann, Karandeep S" userId="70c0bd7d-1109-4175-9e2d-f3f108cb0719" providerId="ADAL" clId="{3F39D7E7-6FC8-0149-8F59-92934676BEDB}" dt="2021-11-19T09:35:02.933" v="1749" actId="255"/>
          <ac:spMkLst>
            <pc:docMk/>
            <pc:sldMk cId="1331681769" sldId="363"/>
            <ac:spMk id="7" creationId="{D69B8024-B24C-E441-A5C5-DCA1E719FD35}"/>
          </ac:spMkLst>
        </pc:spChg>
        <pc:spChg chg="add mod">
          <ac:chgData name="Mann, Karandeep S" userId="70c0bd7d-1109-4175-9e2d-f3f108cb0719" providerId="ADAL" clId="{3F39D7E7-6FC8-0149-8F59-92934676BEDB}" dt="2021-11-19T09:34:40.312" v="1744" actId="555"/>
          <ac:spMkLst>
            <pc:docMk/>
            <pc:sldMk cId="1331681769" sldId="363"/>
            <ac:spMk id="8" creationId="{480EBF37-326C-334A-AC2C-9B037723785B}"/>
          </ac:spMkLst>
        </pc:spChg>
        <pc:spChg chg="add mod">
          <ac:chgData name="Mann, Karandeep S" userId="70c0bd7d-1109-4175-9e2d-f3f108cb0719" providerId="ADAL" clId="{3F39D7E7-6FC8-0149-8F59-92934676BEDB}" dt="2021-11-19T09:34:40.312" v="1744" actId="555"/>
          <ac:spMkLst>
            <pc:docMk/>
            <pc:sldMk cId="1331681769" sldId="363"/>
            <ac:spMk id="9" creationId="{55D12982-9053-E041-AF4C-A75E5C14DEB8}"/>
          </ac:spMkLst>
        </pc:spChg>
        <pc:spChg chg="add mod">
          <ac:chgData name="Mann, Karandeep S" userId="70c0bd7d-1109-4175-9e2d-f3f108cb0719" providerId="ADAL" clId="{3F39D7E7-6FC8-0149-8F59-92934676BEDB}" dt="2021-11-19T09:34:40.312" v="1744" actId="555"/>
          <ac:spMkLst>
            <pc:docMk/>
            <pc:sldMk cId="1331681769" sldId="363"/>
            <ac:spMk id="10" creationId="{9928C06A-DA46-1947-9129-E74A94163BBE}"/>
          </ac:spMkLst>
        </pc:spChg>
        <pc:spChg chg="add mod">
          <ac:chgData name="Mann, Karandeep S" userId="70c0bd7d-1109-4175-9e2d-f3f108cb0719" providerId="ADAL" clId="{3F39D7E7-6FC8-0149-8F59-92934676BEDB}" dt="2021-11-19T09:36:17.544" v="1866" actId="20577"/>
          <ac:spMkLst>
            <pc:docMk/>
            <pc:sldMk cId="1331681769" sldId="363"/>
            <ac:spMk id="23" creationId="{B679DA99-75DE-4542-B972-B2E3BF903C20}"/>
          </ac:spMkLst>
        </pc:spChg>
        <pc:spChg chg="add mod">
          <ac:chgData name="Mann, Karandeep S" userId="70c0bd7d-1109-4175-9e2d-f3f108cb0719" providerId="ADAL" clId="{3F39D7E7-6FC8-0149-8F59-92934676BEDB}" dt="2021-11-19T09:38:45.843" v="1923" actId="1035"/>
          <ac:spMkLst>
            <pc:docMk/>
            <pc:sldMk cId="1331681769" sldId="363"/>
            <ac:spMk id="24" creationId="{25199A5A-1D26-0148-9F39-5D4004E8764A}"/>
          </ac:spMkLst>
        </pc:spChg>
        <pc:spChg chg="add mod">
          <ac:chgData name="Mann, Karandeep S" userId="70c0bd7d-1109-4175-9e2d-f3f108cb0719" providerId="ADAL" clId="{3F39D7E7-6FC8-0149-8F59-92934676BEDB}" dt="2021-11-19T09:39:49.378" v="2062" actId="14100"/>
          <ac:spMkLst>
            <pc:docMk/>
            <pc:sldMk cId="1331681769" sldId="363"/>
            <ac:spMk id="27" creationId="{BD2686EF-785E-E043-89A9-F11172FD141B}"/>
          </ac:spMkLst>
        </pc:spChg>
        <pc:spChg chg="add mod">
          <ac:chgData name="Mann, Karandeep S" userId="70c0bd7d-1109-4175-9e2d-f3f108cb0719" providerId="ADAL" clId="{3F39D7E7-6FC8-0149-8F59-92934676BEDB}" dt="2021-11-19T09:46:07.566" v="2135" actId="20577"/>
          <ac:spMkLst>
            <pc:docMk/>
            <pc:sldMk cId="1331681769" sldId="363"/>
            <ac:spMk id="28" creationId="{A210AD5A-4AF8-344C-83A4-0F8E240A4D41}"/>
          </ac:spMkLst>
        </pc:spChg>
        <pc:spChg chg="add del mod">
          <ac:chgData name="Mann, Karandeep S" userId="70c0bd7d-1109-4175-9e2d-f3f108cb0719" providerId="ADAL" clId="{3F39D7E7-6FC8-0149-8F59-92934676BEDB}" dt="2021-11-19T09:47:06.892" v="2148"/>
          <ac:spMkLst>
            <pc:docMk/>
            <pc:sldMk cId="1331681769" sldId="363"/>
            <ac:spMk id="31" creationId="{AC3A0433-B91C-6C4A-977A-F6FB4656882A}"/>
          </ac:spMkLst>
        </pc:spChg>
        <pc:spChg chg="add mod">
          <ac:chgData name="Mann, Karandeep S" userId="70c0bd7d-1109-4175-9e2d-f3f108cb0719" providerId="ADAL" clId="{3F39D7E7-6FC8-0149-8F59-92934676BEDB}" dt="2021-11-19T09:48:49.232" v="2326" actId="20577"/>
          <ac:spMkLst>
            <pc:docMk/>
            <pc:sldMk cId="1331681769" sldId="363"/>
            <ac:spMk id="32" creationId="{9C5B4F53-7E2C-F744-9064-CD191DB75EBF}"/>
          </ac:spMkLst>
        </pc:spChg>
        <pc:spChg chg="add mod">
          <ac:chgData name="Mann, Karandeep S" userId="70c0bd7d-1109-4175-9e2d-f3f108cb0719" providerId="ADAL" clId="{3F39D7E7-6FC8-0149-8F59-92934676BEDB}" dt="2021-11-19T09:52:48.790" v="2475" actId="1036"/>
          <ac:spMkLst>
            <pc:docMk/>
            <pc:sldMk cId="1331681769" sldId="363"/>
            <ac:spMk id="37" creationId="{075B67B9-F8C6-4B44-93A9-8A7EA69B9AEB}"/>
          </ac:spMkLst>
        </pc:spChg>
        <pc:spChg chg="add mod">
          <ac:chgData name="Mann, Karandeep S" userId="70c0bd7d-1109-4175-9e2d-f3f108cb0719" providerId="ADAL" clId="{3F39D7E7-6FC8-0149-8F59-92934676BEDB}" dt="2021-11-19T09:52:48.790" v="2475" actId="1036"/>
          <ac:spMkLst>
            <pc:docMk/>
            <pc:sldMk cId="1331681769" sldId="363"/>
            <ac:spMk id="38" creationId="{6817B343-8AD2-944C-8711-41FAE9165832}"/>
          </ac:spMkLst>
        </pc:spChg>
        <pc:spChg chg="add mod">
          <ac:chgData name="Mann, Karandeep S" userId="70c0bd7d-1109-4175-9e2d-f3f108cb0719" providerId="ADAL" clId="{3F39D7E7-6FC8-0149-8F59-92934676BEDB}" dt="2021-11-19T09:52:48.790" v="2475" actId="1036"/>
          <ac:spMkLst>
            <pc:docMk/>
            <pc:sldMk cId="1331681769" sldId="363"/>
            <ac:spMk id="46" creationId="{AA8BEA61-4245-E04D-9D93-72EE8D431236}"/>
          </ac:spMkLst>
        </pc:spChg>
        <pc:grpChg chg="add del mod">
          <ac:chgData name="Mann, Karandeep S" userId="70c0bd7d-1109-4175-9e2d-f3f108cb0719" providerId="ADAL" clId="{3F39D7E7-6FC8-0149-8F59-92934676BEDB}" dt="2021-11-19T09:32:38.297" v="1711" actId="165"/>
          <ac:grpSpMkLst>
            <pc:docMk/>
            <pc:sldMk cId="1331681769" sldId="363"/>
            <ac:grpSpMk id="11" creationId="{14142678-4FBB-7C4A-9809-356E906D6E3F}"/>
          </ac:grpSpMkLst>
        </pc:grpChg>
        <pc:grpChg chg="add del mod">
          <ac:chgData name="Mann, Karandeep S" userId="70c0bd7d-1109-4175-9e2d-f3f108cb0719" providerId="ADAL" clId="{3F39D7E7-6FC8-0149-8F59-92934676BEDB}" dt="2021-11-19T09:48:53.067" v="2327" actId="478"/>
          <ac:grpSpMkLst>
            <pc:docMk/>
            <pc:sldMk cId="1331681769" sldId="363"/>
            <ac:grpSpMk id="17" creationId="{831D2414-4682-154A-966F-0C78B0A8CFA2}"/>
          </ac:grpSpMkLst>
        </pc:grpChg>
        <pc:graphicFrameChg chg="mod topLvl">
          <ac:chgData name="Mann, Karandeep S" userId="70c0bd7d-1109-4175-9e2d-f3f108cb0719" providerId="ADAL" clId="{3F39D7E7-6FC8-0149-8F59-92934676BEDB}" dt="2021-11-19T09:33:19.903" v="1730" actId="1076"/>
          <ac:graphicFrameMkLst>
            <pc:docMk/>
            <pc:sldMk cId="1331681769" sldId="363"/>
            <ac:graphicFrameMk id="12" creationId="{13DDFBB9-9781-A144-91BA-53D4D6CFBEF3}"/>
          </ac:graphicFrameMkLst>
        </pc:graphicFrameChg>
        <pc:graphicFrameChg chg="mod topLvl">
          <ac:chgData name="Mann, Karandeep S" userId="70c0bd7d-1109-4175-9e2d-f3f108cb0719" providerId="ADAL" clId="{3F39D7E7-6FC8-0149-8F59-92934676BEDB}" dt="2021-11-19T09:34:11.066" v="1740" actId="1076"/>
          <ac:graphicFrameMkLst>
            <pc:docMk/>
            <pc:sldMk cId="1331681769" sldId="363"/>
            <ac:graphicFrameMk id="13" creationId="{A363792C-D40A-CB48-AED3-E0CCB5350D60}"/>
          </ac:graphicFrameMkLst>
        </pc:graphicFrameChg>
        <pc:graphicFrameChg chg="mod topLvl">
          <ac:chgData name="Mann, Karandeep S" userId="70c0bd7d-1109-4175-9e2d-f3f108cb0719" providerId="ADAL" clId="{3F39D7E7-6FC8-0149-8F59-92934676BEDB}" dt="2021-11-19T09:46:48.915" v="2140" actId="1076"/>
          <ac:graphicFrameMkLst>
            <pc:docMk/>
            <pc:sldMk cId="1331681769" sldId="363"/>
            <ac:graphicFrameMk id="14" creationId="{285BA93C-771C-0342-A0A9-7787C9ADB25E}"/>
          </ac:graphicFrameMkLst>
        </pc:graphicFrameChg>
        <pc:graphicFrameChg chg="mod topLvl">
          <ac:chgData name="Mann, Karandeep S" userId="70c0bd7d-1109-4175-9e2d-f3f108cb0719" providerId="ADAL" clId="{3F39D7E7-6FC8-0149-8F59-92934676BEDB}" dt="2021-11-19T09:36:28.317" v="1873" actId="1076"/>
          <ac:graphicFrameMkLst>
            <pc:docMk/>
            <pc:sldMk cId="1331681769" sldId="363"/>
            <ac:graphicFrameMk id="15" creationId="{99FF7320-1D47-3D43-A472-3A4735722971}"/>
          </ac:graphicFrameMkLst>
        </pc:graphicFrameChg>
        <pc:graphicFrameChg chg="mod topLvl">
          <ac:chgData name="Mann, Karandeep S" userId="70c0bd7d-1109-4175-9e2d-f3f108cb0719" providerId="ADAL" clId="{3F39D7E7-6FC8-0149-8F59-92934676BEDB}" dt="2021-11-19T09:36:28.317" v="1873" actId="1076"/>
          <ac:graphicFrameMkLst>
            <pc:docMk/>
            <pc:sldMk cId="1331681769" sldId="363"/>
            <ac:graphicFrameMk id="16" creationId="{4CB5A944-70A9-DE4E-BD27-CB33F67A0490}"/>
          </ac:graphicFrameMkLst>
        </pc:graphicFrameChg>
        <pc:graphicFrameChg chg="mod">
          <ac:chgData name="Mann, Karandeep S" userId="70c0bd7d-1109-4175-9e2d-f3f108cb0719" providerId="ADAL" clId="{3F39D7E7-6FC8-0149-8F59-92934676BEDB}" dt="2021-11-19T09:32:25.555" v="1710"/>
          <ac:graphicFrameMkLst>
            <pc:docMk/>
            <pc:sldMk cId="1331681769" sldId="363"/>
            <ac:graphicFrameMk id="18" creationId="{49560045-B58C-1249-A06B-B7ED6C6A960E}"/>
          </ac:graphicFrameMkLst>
        </pc:graphicFrameChg>
        <pc:graphicFrameChg chg="mod">
          <ac:chgData name="Mann, Karandeep S" userId="70c0bd7d-1109-4175-9e2d-f3f108cb0719" providerId="ADAL" clId="{3F39D7E7-6FC8-0149-8F59-92934676BEDB}" dt="2021-11-19T09:32:25.555" v="1710"/>
          <ac:graphicFrameMkLst>
            <pc:docMk/>
            <pc:sldMk cId="1331681769" sldId="363"/>
            <ac:graphicFrameMk id="19" creationId="{07F8C7FE-AF98-AC41-83B7-177788F26FE7}"/>
          </ac:graphicFrameMkLst>
        </pc:graphicFrameChg>
        <pc:graphicFrameChg chg="mod">
          <ac:chgData name="Mann, Karandeep S" userId="70c0bd7d-1109-4175-9e2d-f3f108cb0719" providerId="ADAL" clId="{3F39D7E7-6FC8-0149-8F59-92934676BEDB}" dt="2021-11-19T09:32:25.555" v="1710"/>
          <ac:graphicFrameMkLst>
            <pc:docMk/>
            <pc:sldMk cId="1331681769" sldId="363"/>
            <ac:graphicFrameMk id="20" creationId="{75AFBB34-5C48-A144-8D01-4530D233CF9C}"/>
          </ac:graphicFrameMkLst>
        </pc:graphicFrameChg>
        <pc:graphicFrameChg chg="mod">
          <ac:chgData name="Mann, Karandeep S" userId="70c0bd7d-1109-4175-9e2d-f3f108cb0719" providerId="ADAL" clId="{3F39D7E7-6FC8-0149-8F59-92934676BEDB}" dt="2021-11-19T09:32:25.555" v="1710"/>
          <ac:graphicFrameMkLst>
            <pc:docMk/>
            <pc:sldMk cId="1331681769" sldId="363"/>
            <ac:graphicFrameMk id="21" creationId="{B53F8A28-8873-7F41-8C4D-55B7DF99546F}"/>
          </ac:graphicFrameMkLst>
        </pc:graphicFrameChg>
        <pc:graphicFrameChg chg="mod">
          <ac:chgData name="Mann, Karandeep S" userId="70c0bd7d-1109-4175-9e2d-f3f108cb0719" providerId="ADAL" clId="{3F39D7E7-6FC8-0149-8F59-92934676BEDB}" dt="2021-11-19T09:32:25.555" v="1710"/>
          <ac:graphicFrameMkLst>
            <pc:docMk/>
            <pc:sldMk cId="1331681769" sldId="363"/>
            <ac:graphicFrameMk id="22" creationId="{8F81CC86-99F5-244E-95B1-C57ED4F816AD}"/>
          </ac:graphicFrameMkLst>
        </pc:graphicFrameChg>
        <pc:graphicFrameChg chg="add mod">
          <ac:chgData name="Mann, Karandeep S" userId="70c0bd7d-1109-4175-9e2d-f3f108cb0719" providerId="ADAL" clId="{3F39D7E7-6FC8-0149-8F59-92934676BEDB}" dt="2021-11-19T09:39:01.535" v="1925" actId="554"/>
          <ac:graphicFrameMkLst>
            <pc:docMk/>
            <pc:sldMk cId="1331681769" sldId="363"/>
            <ac:graphicFrameMk id="25" creationId="{23E4B0EA-1198-EA4F-9D36-E9267EFE14C9}"/>
          </ac:graphicFrameMkLst>
        </pc:graphicFrameChg>
        <pc:graphicFrameChg chg="add mod">
          <ac:chgData name="Mann, Karandeep S" userId="70c0bd7d-1109-4175-9e2d-f3f108cb0719" providerId="ADAL" clId="{3F39D7E7-6FC8-0149-8F59-92934676BEDB}" dt="2021-11-19T09:39:01.535" v="1925" actId="554"/>
          <ac:graphicFrameMkLst>
            <pc:docMk/>
            <pc:sldMk cId="1331681769" sldId="363"/>
            <ac:graphicFrameMk id="26" creationId="{3D3577DE-669F-404D-B740-E69BA8E0C39A}"/>
          </ac:graphicFrameMkLst>
        </pc:graphicFrameChg>
        <pc:graphicFrameChg chg="add mod">
          <ac:chgData name="Mann, Karandeep S" userId="70c0bd7d-1109-4175-9e2d-f3f108cb0719" providerId="ADAL" clId="{3F39D7E7-6FC8-0149-8F59-92934676BEDB}" dt="2021-11-19T09:46:35.424" v="2138" actId="554"/>
          <ac:graphicFrameMkLst>
            <pc:docMk/>
            <pc:sldMk cId="1331681769" sldId="363"/>
            <ac:graphicFrameMk id="29" creationId="{0DAD3214-A4F6-374A-B72F-C51B12940C71}"/>
          </ac:graphicFrameMkLst>
        </pc:graphicFrameChg>
        <pc:graphicFrameChg chg="add del mod">
          <ac:chgData name="Mann, Karandeep S" userId="70c0bd7d-1109-4175-9e2d-f3f108cb0719" providerId="ADAL" clId="{3F39D7E7-6FC8-0149-8F59-92934676BEDB}" dt="2021-11-19T09:49:19.910" v="2333" actId="478"/>
          <ac:graphicFrameMkLst>
            <pc:docMk/>
            <pc:sldMk cId="1331681769" sldId="363"/>
            <ac:graphicFrameMk id="30" creationId="{DFEC6987-D7BE-B84E-93CD-98F190B4F8FA}"/>
          </ac:graphicFrameMkLst>
        </pc:graphicFrameChg>
        <pc:graphicFrameChg chg="add mod">
          <ac:chgData name="Mann, Karandeep S" userId="70c0bd7d-1109-4175-9e2d-f3f108cb0719" providerId="ADAL" clId="{3F39D7E7-6FC8-0149-8F59-92934676BEDB}" dt="2021-11-19T09:52:48.790" v="2475" actId="1036"/>
          <ac:graphicFrameMkLst>
            <pc:docMk/>
            <pc:sldMk cId="1331681769" sldId="363"/>
            <ac:graphicFrameMk id="33" creationId="{4ECD35D9-A981-5747-A5F5-BA692A68FFB4}"/>
          </ac:graphicFrameMkLst>
        </pc:graphicFrameChg>
        <pc:graphicFrameChg chg="add del mod">
          <ac:chgData name="Mann, Karandeep S" userId="70c0bd7d-1109-4175-9e2d-f3f108cb0719" providerId="ADAL" clId="{3F39D7E7-6FC8-0149-8F59-92934676BEDB}" dt="2021-11-19T09:49:17.524" v="2332" actId="478"/>
          <ac:graphicFrameMkLst>
            <pc:docMk/>
            <pc:sldMk cId="1331681769" sldId="363"/>
            <ac:graphicFrameMk id="34" creationId="{B5FE3E6D-1E80-4147-9D2C-0A2615EDE0A6}"/>
          </ac:graphicFrameMkLst>
        </pc:graphicFrameChg>
        <pc:graphicFrameChg chg="add mod">
          <ac:chgData name="Mann, Karandeep S" userId="70c0bd7d-1109-4175-9e2d-f3f108cb0719" providerId="ADAL" clId="{3F39D7E7-6FC8-0149-8F59-92934676BEDB}" dt="2021-11-19T09:52:48.790" v="2475" actId="1036"/>
          <ac:graphicFrameMkLst>
            <pc:docMk/>
            <pc:sldMk cId="1331681769" sldId="363"/>
            <ac:graphicFrameMk id="35" creationId="{0D22E279-8BC1-A146-96D2-7C553DF93E52}"/>
          </ac:graphicFrameMkLst>
        </pc:graphicFrameChg>
        <pc:graphicFrameChg chg="add mod">
          <ac:chgData name="Mann, Karandeep S" userId="70c0bd7d-1109-4175-9e2d-f3f108cb0719" providerId="ADAL" clId="{3F39D7E7-6FC8-0149-8F59-92934676BEDB}" dt="2021-11-19T09:52:48.790" v="2475" actId="1036"/>
          <ac:graphicFrameMkLst>
            <pc:docMk/>
            <pc:sldMk cId="1331681769" sldId="363"/>
            <ac:graphicFrameMk id="36" creationId="{76DBFCDC-81B1-A340-B9B6-EF961336DF41}"/>
          </ac:graphicFrameMkLst>
        </pc:graphicFrameChg>
        <pc:picChg chg="del">
          <ac:chgData name="Mann, Karandeep S" userId="70c0bd7d-1109-4175-9e2d-f3f108cb0719" providerId="ADAL" clId="{3F39D7E7-6FC8-0149-8F59-92934676BEDB}" dt="2021-11-19T09:32:06.723" v="1707" actId="478"/>
          <ac:picMkLst>
            <pc:docMk/>
            <pc:sldMk cId="1331681769" sldId="363"/>
            <ac:picMk id="2" creationId="{1A236ADF-1E2D-5348-8E9F-E92533087735}"/>
          </ac:picMkLst>
        </pc:picChg>
        <pc:cxnChg chg="add mod">
          <ac:chgData name="Mann, Karandeep S" userId="70c0bd7d-1109-4175-9e2d-f3f108cb0719" providerId="ADAL" clId="{3F39D7E7-6FC8-0149-8F59-92934676BEDB}" dt="2021-11-19T09:51:46.458" v="2409" actId="14100"/>
          <ac:cxnSpMkLst>
            <pc:docMk/>
            <pc:sldMk cId="1331681769" sldId="363"/>
            <ac:cxnSpMk id="39" creationId="{BBBF31C4-F970-3143-A9BA-7728EB416B23}"/>
          </ac:cxnSpMkLst>
        </pc:cxnChg>
        <pc:cxnChg chg="add mod">
          <ac:chgData name="Mann, Karandeep S" userId="70c0bd7d-1109-4175-9e2d-f3f108cb0719" providerId="ADAL" clId="{3F39D7E7-6FC8-0149-8F59-92934676BEDB}" dt="2021-11-19T09:51:57.285" v="2411" actId="14100"/>
          <ac:cxnSpMkLst>
            <pc:docMk/>
            <pc:sldMk cId="1331681769" sldId="363"/>
            <ac:cxnSpMk id="40" creationId="{5FF888C6-7B0B-AB47-8EA0-1B7F59E4D316}"/>
          </ac:cxnSpMkLst>
        </pc:cxnChg>
        <pc:cxnChg chg="add mod">
          <ac:chgData name="Mann, Karandeep S" userId="70c0bd7d-1109-4175-9e2d-f3f108cb0719" providerId="ADAL" clId="{3F39D7E7-6FC8-0149-8F59-92934676BEDB}" dt="2021-11-19T09:52:08.646" v="2423" actId="1037"/>
          <ac:cxnSpMkLst>
            <pc:docMk/>
            <pc:sldMk cId="1331681769" sldId="363"/>
            <ac:cxnSpMk id="44" creationId="{93FB25E1-E2A6-AE44-B9CF-C8C4445BA4FB}"/>
          </ac:cxnSpMkLst>
        </pc:cxnChg>
        <pc:cxnChg chg="add mod">
          <ac:chgData name="Mann, Karandeep S" userId="70c0bd7d-1109-4175-9e2d-f3f108cb0719" providerId="ADAL" clId="{3F39D7E7-6FC8-0149-8F59-92934676BEDB}" dt="2021-11-19T09:52:22.297" v="2464" actId="1038"/>
          <ac:cxnSpMkLst>
            <pc:docMk/>
            <pc:sldMk cId="1331681769" sldId="363"/>
            <ac:cxnSpMk id="45" creationId="{60EDE972-C474-294F-809E-9B4DE2C1F6CC}"/>
          </ac:cxnSpMkLst>
        </pc:cxnChg>
      </pc:sldChg>
      <pc:sldChg chg="modSp mod">
        <pc:chgData name="Mann, Karandeep S" userId="70c0bd7d-1109-4175-9e2d-f3f108cb0719" providerId="ADAL" clId="{3F39D7E7-6FC8-0149-8F59-92934676BEDB}" dt="2021-11-19T12:53:12.897" v="2678" actId="14100"/>
        <pc:sldMkLst>
          <pc:docMk/>
          <pc:sldMk cId="943728823" sldId="364"/>
        </pc:sldMkLst>
        <pc:graphicFrameChg chg="mod modGraphic">
          <ac:chgData name="Mann, Karandeep S" userId="70c0bd7d-1109-4175-9e2d-f3f108cb0719" providerId="ADAL" clId="{3F39D7E7-6FC8-0149-8F59-92934676BEDB}" dt="2021-11-19T12:53:12.897" v="2678" actId="14100"/>
          <ac:graphicFrameMkLst>
            <pc:docMk/>
            <pc:sldMk cId="943728823" sldId="364"/>
            <ac:graphicFrameMk id="8" creationId="{60BF00E3-50E0-4803-8430-8B499FBF2570}"/>
          </ac:graphicFrameMkLst>
        </pc:graphicFrameChg>
      </pc:sldChg>
      <pc:sldChg chg="add del">
        <pc:chgData name="Mann, Karandeep S" userId="70c0bd7d-1109-4175-9e2d-f3f108cb0719" providerId="ADAL" clId="{3F39D7E7-6FC8-0149-8F59-92934676BEDB}" dt="2021-11-19T09:32:09.023" v="1709"/>
        <pc:sldMkLst>
          <pc:docMk/>
          <pc:sldMk cId="2551689883" sldId="364"/>
        </pc:sldMkLst>
      </pc:sldChg>
    </pc:docChg>
  </pc:docChgLst>
  <pc:docChgLst>
    <pc:chgData name="Mann, Karandeep S" userId="S::mann121@purdue.edu::70c0bd7d-1109-4175-9e2d-f3f108cb0719" providerId="AD" clId="Web-{A16A674E-BBF5-441A-A23A-55C22FD7611B}"/>
    <pc:docChg chg="modSld">
      <pc:chgData name="Mann, Karandeep S" userId="S::mann121@purdue.edu::70c0bd7d-1109-4175-9e2d-f3f108cb0719" providerId="AD" clId="Web-{A16A674E-BBF5-441A-A23A-55C22FD7611B}" dt="2021-11-19T07:28:35.175" v="12" actId="1076"/>
      <pc:docMkLst>
        <pc:docMk/>
      </pc:docMkLst>
      <pc:sldChg chg="modSp">
        <pc:chgData name="Mann, Karandeep S" userId="S::mann121@purdue.edu::70c0bd7d-1109-4175-9e2d-f3f108cb0719" providerId="AD" clId="Web-{A16A674E-BBF5-441A-A23A-55C22FD7611B}" dt="2021-11-19T07:28:35.175" v="12" actId="1076"/>
        <pc:sldMkLst>
          <pc:docMk/>
          <pc:sldMk cId="1793900572" sldId="357"/>
        </pc:sldMkLst>
        <pc:spChg chg="mod">
          <ac:chgData name="Mann, Karandeep S" userId="S::mann121@purdue.edu::70c0bd7d-1109-4175-9e2d-f3f108cb0719" providerId="AD" clId="Web-{A16A674E-BBF5-441A-A23A-55C22FD7611B}" dt="2021-11-19T07:27:44.441" v="4" actId="14100"/>
          <ac:spMkLst>
            <pc:docMk/>
            <pc:sldMk cId="1793900572" sldId="357"/>
            <ac:spMk id="4" creationId="{26F9FD3B-74C7-4F51-8948-915AE87A2785}"/>
          </ac:spMkLst>
        </pc:spChg>
        <pc:spChg chg="mod">
          <ac:chgData name="Mann, Karandeep S" userId="S::mann121@purdue.edu::70c0bd7d-1109-4175-9e2d-f3f108cb0719" providerId="AD" clId="Web-{A16A674E-BBF5-441A-A23A-55C22FD7611B}" dt="2021-11-19T07:28:01.863" v="7" actId="1076"/>
          <ac:spMkLst>
            <pc:docMk/>
            <pc:sldMk cId="1793900572" sldId="357"/>
            <ac:spMk id="10" creationId="{62197F9C-1209-4D11-9CF8-F5F102B52903}"/>
          </ac:spMkLst>
        </pc:spChg>
        <pc:spChg chg="mod">
          <ac:chgData name="Mann, Karandeep S" userId="S::mann121@purdue.edu::70c0bd7d-1109-4175-9e2d-f3f108cb0719" providerId="AD" clId="Web-{A16A674E-BBF5-441A-A23A-55C22FD7611B}" dt="2021-11-19T07:28:35.175" v="12" actId="1076"/>
          <ac:spMkLst>
            <pc:docMk/>
            <pc:sldMk cId="1793900572" sldId="357"/>
            <ac:spMk id="11" creationId="{3834361C-5B92-4F5A-B98B-DE227F2FBEB2}"/>
          </ac:spMkLst>
        </pc:spChg>
        <pc:spChg chg="mod">
          <ac:chgData name="Mann, Karandeep S" userId="S::mann121@purdue.edu::70c0bd7d-1109-4175-9e2d-f3f108cb0719" providerId="AD" clId="Web-{A16A674E-BBF5-441A-A23A-55C22FD7611B}" dt="2021-11-19T07:28:17.113" v="9" actId="1076"/>
          <ac:spMkLst>
            <pc:docMk/>
            <pc:sldMk cId="1793900572" sldId="357"/>
            <ac:spMk id="13" creationId="{5E4537DF-AE3F-4BD2-82BD-C434E7C2C73E}"/>
          </ac:spMkLst>
        </pc:spChg>
        <pc:picChg chg="mod">
          <ac:chgData name="Mann, Karandeep S" userId="S::mann121@purdue.edu::70c0bd7d-1109-4175-9e2d-f3f108cb0719" providerId="AD" clId="Web-{A16A674E-BBF5-441A-A23A-55C22FD7611B}" dt="2021-11-19T07:28:27.566" v="11" actId="14100"/>
          <ac:picMkLst>
            <pc:docMk/>
            <pc:sldMk cId="1793900572" sldId="357"/>
            <ac:picMk id="8" creationId="{94DB14BB-6551-4659-AFDB-A787422E1F75}"/>
          </ac:picMkLst>
        </pc:picChg>
        <pc:picChg chg="mod">
          <ac:chgData name="Mann, Karandeep S" userId="S::mann121@purdue.edu::70c0bd7d-1109-4175-9e2d-f3f108cb0719" providerId="AD" clId="Web-{A16A674E-BBF5-441A-A23A-55C22FD7611B}" dt="2021-11-19T07:27:53.894" v="6" actId="14100"/>
          <ac:picMkLst>
            <pc:docMk/>
            <pc:sldMk cId="1793900572" sldId="357"/>
            <ac:picMk id="9" creationId="{67E0F01E-2B7D-4F98-83D5-10E17A2D85D1}"/>
          </ac:picMkLst>
        </pc:picChg>
        <pc:picChg chg="mod">
          <ac:chgData name="Mann, Karandeep S" userId="S::mann121@purdue.edu::70c0bd7d-1109-4175-9e2d-f3f108cb0719" providerId="AD" clId="Web-{A16A674E-BBF5-441A-A23A-55C22FD7611B}" dt="2021-11-19T07:27:29.597" v="1" actId="1076"/>
          <ac:picMkLst>
            <pc:docMk/>
            <pc:sldMk cId="1793900572" sldId="357"/>
            <ac:picMk id="12" creationId="{E4E60A0D-1244-4649-971C-1F0215871D13}"/>
          </ac:picMkLst>
        </pc:picChg>
      </pc:sldChg>
    </pc:docChg>
  </pc:docChgLst>
  <pc:docChgLst>
    <pc:chgData name="Bajaj, Utkarsh" userId="S::ubajaj@purdue.edu::65e9f734-f050-4456-9a74-fa9801290d81" providerId="AD" clId="Web-{9CF0D913-8CE4-4C06-95C5-90C6E8B57360}"/>
    <pc:docChg chg="modSld">
      <pc:chgData name="Bajaj, Utkarsh" userId="S::ubajaj@purdue.edu::65e9f734-f050-4456-9a74-fa9801290d81" providerId="AD" clId="Web-{9CF0D913-8CE4-4C06-95C5-90C6E8B57360}" dt="2021-11-19T08:29:58.932" v="69" actId="1076"/>
      <pc:docMkLst>
        <pc:docMk/>
      </pc:docMkLst>
      <pc:sldChg chg="addSp delSp modSp">
        <pc:chgData name="Bajaj, Utkarsh" userId="S::ubajaj@purdue.edu::65e9f734-f050-4456-9a74-fa9801290d81" providerId="AD" clId="Web-{9CF0D913-8CE4-4C06-95C5-90C6E8B57360}" dt="2021-11-19T08:29:58.932" v="69" actId="1076"/>
        <pc:sldMkLst>
          <pc:docMk/>
          <pc:sldMk cId="2843729693" sldId="352"/>
        </pc:sldMkLst>
        <pc:spChg chg="add del mod">
          <ac:chgData name="Bajaj, Utkarsh" userId="S::ubajaj@purdue.edu::65e9f734-f050-4456-9a74-fa9801290d81" providerId="AD" clId="Web-{9CF0D913-8CE4-4C06-95C5-90C6E8B57360}" dt="2021-11-19T08:25:42.103" v="9"/>
          <ac:spMkLst>
            <pc:docMk/>
            <pc:sldMk cId="2843729693" sldId="352"/>
            <ac:spMk id="4" creationId="{C2377906-FDDD-4E0F-9AB4-B533531A1B24}"/>
          </ac:spMkLst>
        </pc:spChg>
        <pc:spChg chg="add del mod">
          <ac:chgData name="Bajaj, Utkarsh" userId="S::ubajaj@purdue.edu::65e9f734-f050-4456-9a74-fa9801290d81" providerId="AD" clId="Web-{9CF0D913-8CE4-4C06-95C5-90C6E8B57360}" dt="2021-11-19T08:26:40.197" v="16"/>
          <ac:spMkLst>
            <pc:docMk/>
            <pc:sldMk cId="2843729693" sldId="352"/>
            <ac:spMk id="7" creationId="{A2833D23-F263-814C-BC60-7A8A1504FC77}"/>
          </ac:spMkLst>
        </pc:spChg>
        <pc:spChg chg="add mod">
          <ac:chgData name="Bajaj, Utkarsh" userId="S::ubajaj@purdue.edu::65e9f734-f050-4456-9a74-fa9801290d81" providerId="AD" clId="Web-{9CF0D913-8CE4-4C06-95C5-90C6E8B57360}" dt="2021-11-19T08:29:58.932" v="69" actId="1076"/>
          <ac:spMkLst>
            <pc:docMk/>
            <pc:sldMk cId="2843729693" sldId="352"/>
            <ac:spMk id="8" creationId="{C39D0CBD-7E30-4187-8A41-5D3A3E4DBCE1}"/>
          </ac:spMkLst>
        </pc:spChg>
        <pc:spChg chg="mod">
          <ac:chgData name="Bajaj, Utkarsh" userId="S::ubajaj@purdue.edu::65e9f734-f050-4456-9a74-fa9801290d81" providerId="AD" clId="Web-{9CF0D913-8CE4-4C06-95C5-90C6E8B57360}" dt="2021-11-19T08:29:35.323" v="68" actId="20577"/>
          <ac:spMkLst>
            <pc:docMk/>
            <pc:sldMk cId="2843729693" sldId="352"/>
            <ac:spMk id="15" creationId="{2CD4FCEA-AED9-0349-A272-3C0661CC0ED3}"/>
          </ac:spMkLst>
        </pc:spChg>
      </pc:sldChg>
      <pc:sldChg chg="modSp">
        <pc:chgData name="Bajaj, Utkarsh" userId="S::ubajaj@purdue.edu::65e9f734-f050-4456-9a74-fa9801290d81" providerId="AD" clId="Web-{9CF0D913-8CE4-4C06-95C5-90C6E8B57360}" dt="2021-11-19T08:25:53.853" v="14" actId="14100"/>
        <pc:sldMkLst>
          <pc:docMk/>
          <pc:sldMk cId="3802229368" sldId="358"/>
        </pc:sldMkLst>
        <pc:picChg chg="mod">
          <ac:chgData name="Bajaj, Utkarsh" userId="S::ubajaj@purdue.edu::65e9f734-f050-4456-9a74-fa9801290d81" providerId="AD" clId="Web-{9CF0D913-8CE4-4C06-95C5-90C6E8B57360}" dt="2021-11-19T08:24:05.353" v="0" actId="14100"/>
          <ac:picMkLst>
            <pc:docMk/>
            <pc:sldMk cId="3802229368" sldId="358"/>
            <ac:picMk id="10" creationId="{5DF0BC5F-8A70-41DA-ACF2-76AC7B2AF340}"/>
          </ac:picMkLst>
        </pc:picChg>
        <pc:cxnChg chg="mod">
          <ac:chgData name="Bajaj, Utkarsh" userId="S::ubajaj@purdue.edu::65e9f734-f050-4456-9a74-fa9801290d81" providerId="AD" clId="Web-{9CF0D913-8CE4-4C06-95C5-90C6E8B57360}" dt="2021-11-19T08:25:53.853" v="14" actId="14100"/>
          <ac:cxnSpMkLst>
            <pc:docMk/>
            <pc:sldMk cId="3802229368" sldId="358"/>
            <ac:cxnSpMk id="4" creationId="{C845CC0D-FB23-42E2-AB37-96D373F8DD54}"/>
          </ac:cxnSpMkLst>
        </pc:cxnChg>
      </pc:sldChg>
    </pc:docChg>
  </pc:docChgLst>
  <pc:docChgLst>
    <pc:chgData name="Bajaj, Utkarsh" userId="S::ubajaj@purdue.edu::65e9f734-f050-4456-9a74-fa9801290d81" providerId="AD" clId="Web-{51D3B747-2F63-4740-AE91-4AF1B935994F}"/>
    <pc:docChg chg="modSld">
      <pc:chgData name="Bajaj, Utkarsh" userId="S::ubajaj@purdue.edu::65e9f734-f050-4456-9a74-fa9801290d81" providerId="AD" clId="Web-{51D3B747-2F63-4740-AE91-4AF1B935994F}" dt="2021-11-19T06:55:10.398" v="3" actId="1076"/>
      <pc:docMkLst>
        <pc:docMk/>
      </pc:docMkLst>
      <pc:sldChg chg="modSp">
        <pc:chgData name="Bajaj, Utkarsh" userId="S::ubajaj@purdue.edu::65e9f734-f050-4456-9a74-fa9801290d81" providerId="AD" clId="Web-{51D3B747-2F63-4740-AE91-4AF1B935994F}" dt="2021-11-19T06:55:10.398" v="3" actId="1076"/>
        <pc:sldMkLst>
          <pc:docMk/>
          <pc:sldMk cId="3802229368" sldId="358"/>
        </pc:sldMkLst>
        <pc:picChg chg="mod">
          <ac:chgData name="Bajaj, Utkarsh" userId="S::ubajaj@purdue.edu::65e9f734-f050-4456-9a74-fa9801290d81" providerId="AD" clId="Web-{51D3B747-2F63-4740-AE91-4AF1B935994F}" dt="2021-11-19T06:55:10.398" v="3" actId="1076"/>
          <ac:picMkLst>
            <pc:docMk/>
            <pc:sldMk cId="3802229368" sldId="358"/>
            <ac:picMk id="10" creationId="{5DF0BC5F-8A70-41DA-ACF2-76AC7B2AF340}"/>
          </ac:picMkLst>
        </pc:picChg>
      </pc:sldChg>
    </pc:docChg>
  </pc:docChgLst>
  <pc:docChgLst>
    <pc:chgData name="Priyal Vipul Vora" userId="S::vora17@purdue.edu::5171faa1-7a13-4afe-82ec-2aef27776605" providerId="AD" clId="Web-{8353E67B-2B9D-4CA5-A3CA-29C0EF1A9703}"/>
    <pc:docChg chg="modSld">
      <pc:chgData name="Priyal Vipul Vora" userId="S::vora17@purdue.edu::5171faa1-7a13-4afe-82ec-2aef27776605" providerId="AD" clId="Web-{8353E67B-2B9D-4CA5-A3CA-29C0EF1A9703}" dt="2021-11-19T06:38:29.972" v="9"/>
      <pc:docMkLst>
        <pc:docMk/>
      </pc:docMkLst>
      <pc:sldChg chg="addSp delSp modSp">
        <pc:chgData name="Priyal Vipul Vora" userId="S::vora17@purdue.edu::5171faa1-7a13-4afe-82ec-2aef27776605" providerId="AD" clId="Web-{8353E67B-2B9D-4CA5-A3CA-29C0EF1A9703}" dt="2021-11-19T06:38:29.972" v="9"/>
        <pc:sldMkLst>
          <pc:docMk/>
          <pc:sldMk cId="3011988996" sldId="354"/>
        </pc:sldMkLst>
        <pc:spChg chg="add del mod">
          <ac:chgData name="Priyal Vipul Vora" userId="S::vora17@purdue.edu::5171faa1-7a13-4afe-82ec-2aef27776605" providerId="AD" clId="Web-{8353E67B-2B9D-4CA5-A3CA-29C0EF1A9703}" dt="2021-11-19T06:38:27.362" v="7" actId="20577"/>
          <ac:spMkLst>
            <pc:docMk/>
            <pc:sldMk cId="3011988996" sldId="354"/>
            <ac:spMk id="4" creationId="{0D225519-A559-487C-BF14-A6047A887804}"/>
          </ac:spMkLst>
        </pc:spChg>
        <pc:picChg chg="add del mod">
          <ac:chgData name="Priyal Vipul Vora" userId="S::vora17@purdue.edu::5171faa1-7a13-4afe-82ec-2aef27776605" providerId="AD" clId="Web-{8353E67B-2B9D-4CA5-A3CA-29C0EF1A9703}" dt="2021-11-19T06:38:29.972" v="9"/>
          <ac:picMkLst>
            <pc:docMk/>
            <pc:sldMk cId="3011988996" sldId="354"/>
            <ac:picMk id="3" creationId="{71141353-672C-4446-8599-4EA21BDED938}"/>
          </ac:picMkLst>
        </pc:picChg>
      </pc:sldChg>
    </pc:docChg>
  </pc:docChgLst>
  <pc:docChgLst>
    <pc:chgData name="Bajaj, Utkarsh" userId="S::ubajaj@purdue.edu::65e9f734-f050-4456-9a74-fa9801290d81" providerId="AD" clId="Web-{EAF5C988-B22C-4770-9F1F-564F3D996912}"/>
    <pc:docChg chg="modSld sldOrd">
      <pc:chgData name="Bajaj, Utkarsh" userId="S::ubajaj@purdue.edu::65e9f734-f050-4456-9a74-fa9801290d81" providerId="AD" clId="Web-{EAF5C988-B22C-4770-9F1F-564F3D996912}" dt="2021-11-19T11:50:53.172" v="302" actId="20577"/>
      <pc:docMkLst>
        <pc:docMk/>
      </pc:docMkLst>
      <pc:sldChg chg="modSp">
        <pc:chgData name="Bajaj, Utkarsh" userId="S::ubajaj@purdue.edu::65e9f734-f050-4456-9a74-fa9801290d81" providerId="AD" clId="Web-{EAF5C988-B22C-4770-9F1F-564F3D996912}" dt="2021-11-19T11:39:58.758" v="106" actId="20577"/>
        <pc:sldMkLst>
          <pc:docMk/>
          <pc:sldMk cId="1953427592" sldId="295"/>
        </pc:sldMkLst>
        <pc:spChg chg="mod">
          <ac:chgData name="Bajaj, Utkarsh" userId="S::ubajaj@purdue.edu::65e9f734-f050-4456-9a74-fa9801290d81" providerId="AD" clId="Web-{EAF5C988-B22C-4770-9F1F-564F3D996912}" dt="2021-11-19T11:39:58.758" v="106" actId="20577"/>
          <ac:spMkLst>
            <pc:docMk/>
            <pc:sldMk cId="1953427592" sldId="295"/>
            <ac:spMk id="20" creationId="{2A2162F9-F060-43F0-B7C5-89FB56F132F8}"/>
          </ac:spMkLst>
        </pc:spChg>
      </pc:sldChg>
      <pc:sldChg chg="modSp ord">
        <pc:chgData name="Bajaj, Utkarsh" userId="S::ubajaj@purdue.edu::65e9f734-f050-4456-9a74-fa9801290d81" providerId="AD" clId="Web-{EAF5C988-B22C-4770-9F1F-564F3D996912}" dt="2021-11-19T11:50:53.172" v="302" actId="20577"/>
        <pc:sldMkLst>
          <pc:docMk/>
          <pc:sldMk cId="2843729693" sldId="352"/>
        </pc:sldMkLst>
        <pc:spChg chg="mod">
          <ac:chgData name="Bajaj, Utkarsh" userId="S::ubajaj@purdue.edu::65e9f734-f050-4456-9a74-fa9801290d81" providerId="AD" clId="Web-{EAF5C988-B22C-4770-9F1F-564F3D996912}" dt="2021-11-19T11:50:53.172" v="302" actId="20577"/>
          <ac:spMkLst>
            <pc:docMk/>
            <pc:sldMk cId="2843729693" sldId="352"/>
            <ac:spMk id="8" creationId="{C39D0CBD-7E30-4187-8A41-5D3A3E4DBCE1}"/>
          </ac:spMkLst>
        </pc:spChg>
      </pc:sldChg>
      <pc:sldChg chg="ord">
        <pc:chgData name="Bajaj, Utkarsh" userId="S::ubajaj@purdue.edu::65e9f734-f050-4456-9a74-fa9801290d81" providerId="AD" clId="Web-{EAF5C988-B22C-4770-9F1F-564F3D996912}" dt="2021-11-19T11:40:26.212" v="107"/>
        <pc:sldMkLst>
          <pc:docMk/>
          <pc:sldMk cId="3011988996" sldId="354"/>
        </pc:sldMkLst>
      </pc:sldChg>
      <pc:sldChg chg="modSp ord">
        <pc:chgData name="Bajaj, Utkarsh" userId="S::ubajaj@purdue.edu::65e9f734-f050-4456-9a74-fa9801290d81" providerId="AD" clId="Web-{EAF5C988-B22C-4770-9F1F-564F3D996912}" dt="2021-11-19T11:40:53.837" v="113" actId="20577"/>
        <pc:sldMkLst>
          <pc:docMk/>
          <pc:sldMk cId="3966110353" sldId="355"/>
        </pc:sldMkLst>
        <pc:spChg chg="mod">
          <ac:chgData name="Bajaj, Utkarsh" userId="S::ubajaj@purdue.edu::65e9f734-f050-4456-9a74-fa9801290d81" providerId="AD" clId="Web-{EAF5C988-B22C-4770-9F1F-564F3D996912}" dt="2021-11-19T11:40:53.837" v="113" actId="20577"/>
          <ac:spMkLst>
            <pc:docMk/>
            <pc:sldMk cId="3966110353" sldId="355"/>
            <ac:spMk id="4" creationId="{8C9C45E3-4359-46DB-A22C-265D2CCF623D}"/>
          </ac:spMkLst>
        </pc:spChg>
      </pc:sldChg>
      <pc:sldChg chg="ord">
        <pc:chgData name="Bajaj, Utkarsh" userId="S::ubajaj@purdue.edu::65e9f734-f050-4456-9a74-fa9801290d81" providerId="AD" clId="Web-{EAF5C988-B22C-4770-9F1F-564F3D996912}" dt="2021-11-19T11:43:49.966" v="116"/>
        <pc:sldMkLst>
          <pc:docMk/>
          <pc:sldMk cId="3296519575" sldId="356"/>
        </pc:sldMkLst>
      </pc:sldChg>
      <pc:sldChg chg="modSp ord">
        <pc:chgData name="Bajaj, Utkarsh" userId="S::ubajaj@purdue.edu::65e9f734-f050-4456-9a74-fa9801290d81" providerId="AD" clId="Web-{EAF5C988-B22C-4770-9F1F-564F3D996912}" dt="2021-11-19T11:41:19.212" v="115" actId="1076"/>
        <pc:sldMkLst>
          <pc:docMk/>
          <pc:sldMk cId="1793900572" sldId="357"/>
        </pc:sldMkLst>
        <pc:spChg chg="mod">
          <ac:chgData name="Bajaj, Utkarsh" userId="S::ubajaj@purdue.edu::65e9f734-f050-4456-9a74-fa9801290d81" providerId="AD" clId="Web-{EAF5C988-B22C-4770-9F1F-564F3D996912}" dt="2021-11-19T10:53:01.973" v="83" actId="20577"/>
          <ac:spMkLst>
            <pc:docMk/>
            <pc:sldMk cId="1793900572" sldId="357"/>
            <ac:spMk id="2" creationId="{60D86482-19DE-43DA-9827-DB8F71E0B354}"/>
          </ac:spMkLst>
        </pc:spChg>
        <pc:picChg chg="mod">
          <ac:chgData name="Bajaj, Utkarsh" userId="S::ubajaj@purdue.edu::65e9f734-f050-4456-9a74-fa9801290d81" providerId="AD" clId="Web-{EAF5C988-B22C-4770-9F1F-564F3D996912}" dt="2021-11-19T11:41:19.212" v="115" actId="1076"/>
          <ac:picMkLst>
            <pc:docMk/>
            <pc:sldMk cId="1793900572" sldId="357"/>
            <ac:picMk id="8" creationId="{94DB14BB-6551-4659-AFDB-A787422E1F75}"/>
          </ac:picMkLst>
        </pc:picChg>
      </pc:sldChg>
      <pc:sldChg chg="modSp">
        <pc:chgData name="Bajaj, Utkarsh" userId="S::ubajaj@purdue.edu::65e9f734-f050-4456-9a74-fa9801290d81" providerId="AD" clId="Web-{EAF5C988-B22C-4770-9F1F-564F3D996912}" dt="2021-11-19T11:38:58.805" v="105" actId="1076"/>
        <pc:sldMkLst>
          <pc:docMk/>
          <pc:sldMk cId="2310031114" sldId="359"/>
        </pc:sldMkLst>
        <pc:picChg chg="mod">
          <ac:chgData name="Bajaj, Utkarsh" userId="S::ubajaj@purdue.edu::65e9f734-f050-4456-9a74-fa9801290d81" providerId="AD" clId="Web-{EAF5C988-B22C-4770-9F1F-564F3D996912}" dt="2021-11-19T11:38:58.805" v="105" actId="1076"/>
          <ac:picMkLst>
            <pc:docMk/>
            <pc:sldMk cId="2310031114" sldId="359"/>
            <ac:picMk id="1026" creationId="{37FEDBD6-8F9D-034B-8D1F-FF2A35589B5C}"/>
          </ac:picMkLst>
        </pc:picChg>
      </pc:sldChg>
      <pc:sldChg chg="ord">
        <pc:chgData name="Bajaj, Utkarsh" userId="S::ubajaj@purdue.edu::65e9f734-f050-4456-9a74-fa9801290d81" providerId="AD" clId="Web-{EAF5C988-B22C-4770-9F1F-564F3D996912}" dt="2021-11-19T11:03:59.782" v="86"/>
        <pc:sldMkLst>
          <pc:docMk/>
          <pc:sldMk cId="3966661885" sldId="360"/>
        </pc:sldMkLst>
      </pc:sldChg>
      <pc:sldChg chg="modSp">
        <pc:chgData name="Bajaj, Utkarsh" userId="S::ubajaj@purdue.edu::65e9f734-f050-4456-9a74-fa9801290d81" providerId="AD" clId="Web-{EAF5C988-B22C-4770-9F1F-564F3D996912}" dt="2021-11-19T11:05:55.283" v="103" actId="20577"/>
        <pc:sldMkLst>
          <pc:docMk/>
          <pc:sldMk cId="173005761" sldId="361"/>
        </pc:sldMkLst>
        <pc:spChg chg="mod">
          <ac:chgData name="Bajaj, Utkarsh" userId="S::ubajaj@purdue.edu::65e9f734-f050-4456-9a74-fa9801290d81" providerId="AD" clId="Web-{EAF5C988-B22C-4770-9F1F-564F3D996912}" dt="2021-11-19T11:05:55.283" v="103" actId="20577"/>
          <ac:spMkLst>
            <pc:docMk/>
            <pc:sldMk cId="173005761" sldId="361"/>
            <ac:spMk id="13" creationId="{D9436639-36B1-A643-BEF0-E5FE6EE9F3FD}"/>
          </ac:spMkLst>
        </pc:spChg>
        <pc:spChg chg="mod">
          <ac:chgData name="Bajaj, Utkarsh" userId="S::ubajaj@purdue.edu::65e9f734-f050-4456-9a74-fa9801290d81" providerId="AD" clId="Web-{EAF5C988-B22C-4770-9F1F-564F3D996912}" dt="2021-11-19T10:47:52.141" v="18" actId="20577"/>
          <ac:spMkLst>
            <pc:docMk/>
            <pc:sldMk cId="173005761" sldId="361"/>
            <ac:spMk id="18" creationId="{CC278476-2EDC-A347-810D-2B03A98894AE}"/>
          </ac:spMkLst>
        </pc:spChg>
        <pc:spChg chg="mod">
          <ac:chgData name="Bajaj, Utkarsh" userId="S::ubajaj@purdue.edu::65e9f734-f050-4456-9a74-fa9801290d81" providerId="AD" clId="Web-{EAF5C988-B22C-4770-9F1F-564F3D996912}" dt="2021-11-19T10:48:14.203" v="49" actId="20577"/>
          <ac:spMkLst>
            <pc:docMk/>
            <pc:sldMk cId="173005761" sldId="361"/>
            <ac:spMk id="20" creationId="{5D9D9AAB-899E-E849-BE91-B1DFBBE43ECD}"/>
          </ac:spMkLst>
        </pc:spChg>
        <pc:spChg chg="mod">
          <ac:chgData name="Bajaj, Utkarsh" userId="S::ubajaj@purdue.edu::65e9f734-f050-4456-9a74-fa9801290d81" providerId="AD" clId="Web-{EAF5C988-B22C-4770-9F1F-564F3D996912}" dt="2021-11-19T10:48:02.110" v="37" actId="20577"/>
          <ac:spMkLst>
            <pc:docMk/>
            <pc:sldMk cId="173005761" sldId="361"/>
            <ac:spMk id="23" creationId="{E6B2D916-C97B-B049-A131-5764F8FAC4D6}"/>
          </ac:spMkLst>
        </pc:spChg>
        <pc:spChg chg="mod">
          <ac:chgData name="Bajaj, Utkarsh" userId="S::ubajaj@purdue.edu::65e9f734-f050-4456-9a74-fa9801290d81" providerId="AD" clId="Web-{EAF5C988-B22C-4770-9F1F-564F3D996912}" dt="2021-11-19T10:48:59.016" v="72" actId="20577"/>
          <ac:spMkLst>
            <pc:docMk/>
            <pc:sldMk cId="173005761" sldId="361"/>
            <ac:spMk id="25" creationId="{26C98EE6-0704-9746-A450-D07E7ED94939}"/>
          </ac:spMkLst>
        </pc:spChg>
      </pc:sldChg>
    </pc:docChg>
  </pc:docChgLst>
  <pc:docChgLst>
    <pc:chgData name="Priyal Vipul Vora" userId="S::vora17@purdue.edu::5171faa1-7a13-4afe-82ec-2aef27776605" providerId="AD" clId="Web-{F2A1889A-D50A-4FC0-B5AC-04334DCDA27B}"/>
    <pc:docChg chg="addSld modSld modSection">
      <pc:chgData name="Priyal Vipul Vora" userId="S::vora17@purdue.edu::5171faa1-7a13-4afe-82ec-2aef27776605" providerId="AD" clId="Web-{F2A1889A-D50A-4FC0-B5AC-04334DCDA27B}" dt="2021-11-19T07:13:19.999" v="54"/>
      <pc:docMkLst>
        <pc:docMk/>
      </pc:docMkLst>
      <pc:sldChg chg="modSp">
        <pc:chgData name="Priyal Vipul Vora" userId="S::vora17@purdue.edu::5171faa1-7a13-4afe-82ec-2aef27776605" providerId="AD" clId="Web-{F2A1889A-D50A-4FC0-B5AC-04334DCDA27B}" dt="2021-11-19T07:10:18.242" v="29" actId="20577"/>
        <pc:sldMkLst>
          <pc:docMk/>
          <pc:sldMk cId="2843729693" sldId="352"/>
        </pc:sldMkLst>
        <pc:spChg chg="mod">
          <ac:chgData name="Priyal Vipul Vora" userId="S::vora17@purdue.edu::5171faa1-7a13-4afe-82ec-2aef27776605" providerId="AD" clId="Web-{F2A1889A-D50A-4FC0-B5AC-04334DCDA27B}" dt="2021-11-19T07:10:18.242" v="29" actId="20577"/>
          <ac:spMkLst>
            <pc:docMk/>
            <pc:sldMk cId="2843729693" sldId="352"/>
            <ac:spMk id="15" creationId="{2CD4FCEA-AED9-0349-A272-3C0661CC0ED3}"/>
          </ac:spMkLst>
        </pc:spChg>
      </pc:sldChg>
      <pc:sldChg chg="addSp delSp modSp">
        <pc:chgData name="Priyal Vipul Vora" userId="S::vora17@purdue.edu::5171faa1-7a13-4afe-82ec-2aef27776605" providerId="AD" clId="Web-{F2A1889A-D50A-4FC0-B5AC-04334DCDA27B}" dt="2021-11-19T07:07:37.532" v="14" actId="1076"/>
        <pc:sldMkLst>
          <pc:docMk/>
          <pc:sldMk cId="3011988996" sldId="354"/>
        </pc:sldMkLst>
        <pc:spChg chg="add del mod">
          <ac:chgData name="Priyal Vipul Vora" userId="S::vora17@purdue.edu::5171faa1-7a13-4afe-82ec-2aef27776605" providerId="AD" clId="Web-{F2A1889A-D50A-4FC0-B5AC-04334DCDA27B}" dt="2021-11-19T07:07:08.343" v="9"/>
          <ac:spMkLst>
            <pc:docMk/>
            <pc:sldMk cId="3011988996" sldId="354"/>
            <ac:spMk id="4" creationId="{0D225519-A559-487C-BF14-A6047A887804}"/>
          </ac:spMkLst>
        </pc:spChg>
        <pc:spChg chg="add del mod">
          <ac:chgData name="Priyal Vipul Vora" userId="S::vora17@purdue.edu::5171faa1-7a13-4afe-82ec-2aef27776605" providerId="AD" clId="Web-{F2A1889A-D50A-4FC0-B5AC-04334DCDA27B}" dt="2021-11-19T07:06:56.811" v="6"/>
          <ac:spMkLst>
            <pc:docMk/>
            <pc:sldMk cId="3011988996" sldId="354"/>
            <ac:spMk id="8" creationId="{E6C0BB8B-00D7-4736-AA24-CC359A926492}"/>
          </ac:spMkLst>
        </pc:spChg>
        <pc:picChg chg="add mod">
          <ac:chgData name="Priyal Vipul Vora" userId="S::vora17@purdue.edu::5171faa1-7a13-4afe-82ec-2aef27776605" providerId="AD" clId="Web-{F2A1889A-D50A-4FC0-B5AC-04334DCDA27B}" dt="2021-11-19T07:07:37.532" v="14" actId="1076"/>
          <ac:picMkLst>
            <pc:docMk/>
            <pc:sldMk cId="3011988996" sldId="354"/>
            <ac:picMk id="3" creationId="{01578077-043F-4027-B105-5F2388A4BF64}"/>
          </ac:picMkLst>
        </pc:picChg>
      </pc:sldChg>
      <pc:sldChg chg="modSp">
        <pc:chgData name="Priyal Vipul Vora" userId="S::vora17@purdue.edu::5171faa1-7a13-4afe-82ec-2aef27776605" providerId="AD" clId="Web-{F2A1889A-D50A-4FC0-B5AC-04334DCDA27B}" dt="2021-11-19T07:10:34.227" v="30" actId="1076"/>
        <pc:sldMkLst>
          <pc:docMk/>
          <pc:sldMk cId="2310031114" sldId="359"/>
        </pc:sldMkLst>
        <pc:spChg chg="mod">
          <ac:chgData name="Priyal Vipul Vora" userId="S::vora17@purdue.edu::5171faa1-7a13-4afe-82ec-2aef27776605" providerId="AD" clId="Web-{F2A1889A-D50A-4FC0-B5AC-04334DCDA27B}" dt="2021-11-19T07:10:34.227" v="30" actId="1076"/>
          <ac:spMkLst>
            <pc:docMk/>
            <pc:sldMk cId="2310031114" sldId="359"/>
            <ac:spMk id="8" creationId="{F5E73309-D7B9-7646-8DE0-75AC5F8B0BC0}"/>
          </ac:spMkLst>
        </pc:spChg>
      </pc:sldChg>
      <pc:sldChg chg="delSp modSp add replId">
        <pc:chgData name="Priyal Vipul Vora" userId="S::vora17@purdue.edu::5171faa1-7a13-4afe-82ec-2aef27776605" providerId="AD" clId="Web-{F2A1889A-D50A-4FC0-B5AC-04334DCDA27B}" dt="2021-11-19T07:13:19.999" v="54"/>
        <pc:sldMkLst>
          <pc:docMk/>
          <pc:sldMk cId="3966661885" sldId="360"/>
        </pc:sldMkLst>
        <pc:spChg chg="del">
          <ac:chgData name="Priyal Vipul Vora" userId="S::vora17@purdue.edu::5171faa1-7a13-4afe-82ec-2aef27776605" providerId="AD" clId="Web-{F2A1889A-D50A-4FC0-B5AC-04334DCDA27B}" dt="2021-11-19T07:13:19.999" v="54"/>
          <ac:spMkLst>
            <pc:docMk/>
            <pc:sldMk cId="3966661885" sldId="360"/>
            <ac:spMk id="4" creationId="{D4831145-BA5B-F048-B1E0-4ED2EB87DEF4}"/>
          </ac:spMkLst>
        </pc:spChg>
        <pc:spChg chg="del">
          <ac:chgData name="Priyal Vipul Vora" userId="S::vora17@purdue.edu::5171faa1-7a13-4afe-82ec-2aef27776605" providerId="AD" clId="Web-{F2A1889A-D50A-4FC0-B5AC-04334DCDA27B}" dt="2021-11-19T07:13:17.218" v="53"/>
          <ac:spMkLst>
            <pc:docMk/>
            <pc:sldMk cId="3966661885" sldId="360"/>
            <ac:spMk id="8" creationId="{F5E73309-D7B9-7646-8DE0-75AC5F8B0BC0}"/>
          </ac:spMkLst>
        </pc:spChg>
        <pc:spChg chg="mod">
          <ac:chgData name="Priyal Vipul Vora" userId="S::vora17@purdue.edu::5171faa1-7a13-4afe-82ec-2aef27776605" providerId="AD" clId="Web-{F2A1889A-D50A-4FC0-B5AC-04334DCDA27B}" dt="2021-11-19T07:13:10.061" v="51" actId="20577"/>
          <ac:spMkLst>
            <pc:docMk/>
            <pc:sldMk cId="3966661885" sldId="360"/>
            <ac:spMk id="15" creationId="{2CD4FCEA-AED9-0349-A272-3C0661CC0ED3}"/>
          </ac:spMkLst>
        </pc:spChg>
        <pc:picChg chg="del">
          <ac:chgData name="Priyal Vipul Vora" userId="S::vora17@purdue.edu::5171faa1-7a13-4afe-82ec-2aef27776605" providerId="AD" clId="Web-{F2A1889A-D50A-4FC0-B5AC-04334DCDA27B}" dt="2021-11-19T07:13:14.124" v="52"/>
          <ac:picMkLst>
            <pc:docMk/>
            <pc:sldMk cId="3966661885" sldId="360"/>
            <ac:picMk id="1026" creationId="{37FEDBD6-8F9D-034B-8D1F-FF2A35589B5C}"/>
          </ac:picMkLst>
        </pc:picChg>
      </pc:sldChg>
    </pc:docChg>
  </pc:docChgLst>
  <pc:docChgLst>
    <pc:chgData name="Bajaj, Utkarsh" userId="S::ubajaj@purdue.edu::65e9f734-f050-4456-9a74-fa9801290d81" providerId="AD" clId="Web-{0291F6F8-302C-49E7-BBB1-CF4C494717B4}"/>
    <pc:docChg chg="modSld">
      <pc:chgData name="Bajaj, Utkarsh" userId="S::ubajaj@purdue.edu::65e9f734-f050-4456-9a74-fa9801290d81" providerId="AD" clId="Web-{0291F6F8-302C-49E7-BBB1-CF4C494717B4}" dt="2021-11-19T08:23:06.581" v="13"/>
      <pc:docMkLst>
        <pc:docMk/>
      </pc:docMkLst>
      <pc:sldChg chg="addSp modSp">
        <pc:chgData name="Bajaj, Utkarsh" userId="S::ubajaj@purdue.edu::65e9f734-f050-4456-9a74-fa9801290d81" providerId="AD" clId="Web-{0291F6F8-302C-49E7-BBB1-CF4C494717B4}" dt="2021-11-19T08:23:06.581" v="13"/>
        <pc:sldMkLst>
          <pc:docMk/>
          <pc:sldMk cId="3802229368" sldId="358"/>
        </pc:sldMkLst>
        <pc:picChg chg="add mod modCrop">
          <ac:chgData name="Bajaj, Utkarsh" userId="S::ubajaj@purdue.edu::65e9f734-f050-4456-9a74-fa9801290d81" providerId="AD" clId="Web-{0291F6F8-302C-49E7-BBB1-CF4C494717B4}" dt="2021-11-19T08:23:06.581" v="13"/>
          <ac:picMkLst>
            <pc:docMk/>
            <pc:sldMk cId="3802229368" sldId="358"/>
            <ac:picMk id="3" creationId="{9EB9A524-4936-4C45-B6B1-634048DDB0B2}"/>
          </ac:picMkLst>
        </pc:picChg>
        <pc:picChg chg="mod">
          <ac:chgData name="Bajaj, Utkarsh" userId="S::ubajaj@purdue.edu::65e9f734-f050-4456-9a74-fa9801290d81" providerId="AD" clId="Web-{0291F6F8-302C-49E7-BBB1-CF4C494717B4}" dt="2021-11-19T08:22:00.598" v="6" actId="14100"/>
          <ac:picMkLst>
            <pc:docMk/>
            <pc:sldMk cId="3802229368" sldId="358"/>
            <ac:picMk id="10" creationId="{5DF0BC5F-8A70-41DA-ACF2-76AC7B2AF340}"/>
          </ac:picMkLst>
        </pc:picChg>
        <pc:cxnChg chg="add mod">
          <ac:chgData name="Bajaj, Utkarsh" userId="S::ubajaj@purdue.edu::65e9f734-f050-4456-9a74-fa9801290d81" providerId="AD" clId="Web-{0291F6F8-302C-49E7-BBB1-CF4C494717B4}" dt="2021-11-19T08:22:31.879" v="11" actId="14100"/>
          <ac:cxnSpMkLst>
            <pc:docMk/>
            <pc:sldMk cId="3802229368" sldId="358"/>
            <ac:cxnSpMk id="4" creationId="{C845CC0D-FB23-42E2-AB37-96D373F8DD54}"/>
          </ac:cxnSpMkLst>
        </pc:cxnChg>
      </pc:sldChg>
    </pc:docChg>
  </pc:docChgLst>
  <pc:docChgLst>
    <pc:chgData name="Payal, Sushmita" userId="3ab635c0-28d9-446a-bebe-f8e9c4a429ac" providerId="ADAL" clId="{DE84ED36-D2F3-4868-8D5F-FCA5F9A68017}"/>
    <pc:docChg chg="undo redo custSel addSld delSld modSld sldOrd delMainMaster modSection">
      <pc:chgData name="Payal, Sushmita" userId="3ab635c0-28d9-446a-bebe-f8e9c4a429ac" providerId="ADAL" clId="{DE84ED36-D2F3-4868-8D5F-FCA5F9A68017}" dt="2021-11-19T12:53:10.279" v="724" actId="1076"/>
      <pc:docMkLst>
        <pc:docMk/>
      </pc:docMkLst>
      <pc:sldChg chg="add del">
        <pc:chgData name="Payal, Sushmita" userId="3ab635c0-28d9-446a-bebe-f8e9c4a429ac" providerId="ADAL" clId="{DE84ED36-D2F3-4868-8D5F-FCA5F9A68017}" dt="2021-11-19T07:47:53.616" v="95" actId="47"/>
        <pc:sldMkLst>
          <pc:docMk/>
          <pc:sldMk cId="1438166486" sldId="256"/>
        </pc:sldMkLst>
      </pc:sldChg>
      <pc:sldChg chg="addSp delSp modSp mod">
        <pc:chgData name="Payal, Sushmita" userId="3ab635c0-28d9-446a-bebe-f8e9c4a429ac" providerId="ADAL" clId="{DE84ED36-D2F3-4868-8D5F-FCA5F9A68017}" dt="2021-11-19T08:22:46.831" v="235" actId="1076"/>
        <pc:sldMkLst>
          <pc:docMk/>
          <pc:sldMk cId="4145063299" sldId="269"/>
        </pc:sldMkLst>
        <pc:spChg chg="mod">
          <ac:chgData name="Payal, Sushmita" userId="3ab635c0-28d9-446a-bebe-f8e9c4a429ac" providerId="ADAL" clId="{DE84ED36-D2F3-4868-8D5F-FCA5F9A68017}" dt="2021-11-19T08:22:42.131" v="234" actId="122"/>
          <ac:spMkLst>
            <pc:docMk/>
            <pc:sldMk cId="4145063299" sldId="269"/>
            <ac:spMk id="2" creationId="{3CB62EA1-7116-BF42-8437-9E04958ED88F}"/>
          </ac:spMkLst>
        </pc:spChg>
        <pc:spChg chg="del">
          <ac:chgData name="Payal, Sushmita" userId="3ab635c0-28d9-446a-bebe-f8e9c4a429ac" providerId="ADAL" clId="{DE84ED36-D2F3-4868-8D5F-FCA5F9A68017}" dt="2021-11-19T08:22:26.032" v="231" actId="478"/>
          <ac:spMkLst>
            <pc:docMk/>
            <pc:sldMk cId="4145063299" sldId="269"/>
            <ac:spMk id="8" creationId="{1B3290C7-B6C5-42E5-A003-4686003F1800}"/>
          </ac:spMkLst>
        </pc:spChg>
        <pc:picChg chg="add mod">
          <ac:chgData name="Payal, Sushmita" userId="3ab635c0-28d9-446a-bebe-f8e9c4a429ac" providerId="ADAL" clId="{DE84ED36-D2F3-4868-8D5F-FCA5F9A68017}" dt="2021-11-19T08:22:46.831" v="235" actId="1076"/>
          <ac:picMkLst>
            <pc:docMk/>
            <pc:sldMk cId="4145063299" sldId="269"/>
            <ac:picMk id="6" creationId="{16343FA5-59E5-492F-8E43-D6B92B055553}"/>
          </ac:picMkLst>
        </pc:picChg>
        <pc:picChg chg="add del">
          <ac:chgData name="Payal, Sushmita" userId="3ab635c0-28d9-446a-bebe-f8e9c4a429ac" providerId="ADAL" clId="{DE84ED36-D2F3-4868-8D5F-FCA5F9A68017}" dt="2021-11-19T08:06:15.935" v="197" actId="21"/>
          <ac:picMkLst>
            <pc:docMk/>
            <pc:sldMk cId="4145063299" sldId="269"/>
            <ac:picMk id="4098" creationId="{BD618DBE-E68F-48E2-AC2B-E9ED74CAE94E}"/>
          </ac:picMkLst>
        </pc:picChg>
      </pc:sldChg>
      <pc:sldChg chg="addSp delSp modSp mod">
        <pc:chgData name="Payal, Sushmita" userId="3ab635c0-28d9-446a-bebe-f8e9c4a429ac" providerId="ADAL" clId="{DE84ED36-D2F3-4868-8D5F-FCA5F9A68017}" dt="2021-11-19T08:17:08.239" v="224" actId="1076"/>
        <pc:sldMkLst>
          <pc:docMk/>
          <pc:sldMk cId="3941997415" sldId="290"/>
        </pc:sldMkLst>
        <pc:spChg chg="mod">
          <ac:chgData name="Payal, Sushmita" userId="3ab635c0-28d9-446a-bebe-f8e9c4a429ac" providerId="ADAL" clId="{DE84ED36-D2F3-4868-8D5F-FCA5F9A68017}" dt="2021-11-19T08:17:08.239" v="224" actId="1076"/>
          <ac:spMkLst>
            <pc:docMk/>
            <pc:sldMk cId="3941997415" sldId="290"/>
            <ac:spMk id="2" creationId="{3DB66EC8-03FC-4839-BF47-DAF0087BC9A4}"/>
          </ac:spMkLst>
        </pc:spChg>
        <pc:spChg chg="mod">
          <ac:chgData name="Payal, Sushmita" userId="3ab635c0-28d9-446a-bebe-f8e9c4a429ac" providerId="ADAL" clId="{DE84ED36-D2F3-4868-8D5F-FCA5F9A68017}" dt="2021-11-19T08:16:50.577" v="222" actId="1076"/>
          <ac:spMkLst>
            <pc:docMk/>
            <pc:sldMk cId="3941997415" sldId="290"/>
            <ac:spMk id="4" creationId="{F93E8E77-5D29-4D74-8652-AFAF1D4CB65F}"/>
          </ac:spMkLst>
        </pc:spChg>
        <pc:picChg chg="add del">
          <ac:chgData name="Payal, Sushmita" userId="3ab635c0-28d9-446a-bebe-f8e9c4a429ac" providerId="ADAL" clId="{DE84ED36-D2F3-4868-8D5F-FCA5F9A68017}" dt="2021-11-19T08:16:07.387" v="214"/>
          <ac:picMkLst>
            <pc:docMk/>
            <pc:sldMk cId="3941997415" sldId="290"/>
            <ac:picMk id="3" creationId="{6DAFDE60-826D-4F47-8D5D-F2B6B74E4A95}"/>
          </ac:picMkLst>
        </pc:picChg>
        <pc:picChg chg="add del mod">
          <ac:chgData name="Payal, Sushmita" userId="3ab635c0-28d9-446a-bebe-f8e9c4a429ac" providerId="ADAL" clId="{DE84ED36-D2F3-4868-8D5F-FCA5F9A68017}" dt="2021-11-19T08:08:03.757" v="203" actId="478"/>
          <ac:picMkLst>
            <pc:docMk/>
            <pc:sldMk cId="3941997415" sldId="290"/>
            <ac:picMk id="7" creationId="{DF91C2FD-4EB2-4053-96AE-6AA0E8A127E8}"/>
          </ac:picMkLst>
        </pc:picChg>
        <pc:picChg chg="add del mod">
          <ac:chgData name="Payal, Sushmita" userId="3ab635c0-28d9-446a-bebe-f8e9c4a429ac" providerId="ADAL" clId="{DE84ED36-D2F3-4868-8D5F-FCA5F9A68017}" dt="2021-11-19T08:08:05.911" v="205"/>
          <ac:picMkLst>
            <pc:docMk/>
            <pc:sldMk cId="3941997415" sldId="290"/>
            <ac:picMk id="8" creationId="{AE3761D7-8330-40D1-ABC4-DEE2B2A0F39C}"/>
          </ac:picMkLst>
        </pc:picChg>
        <pc:picChg chg="add mod">
          <ac:chgData name="Payal, Sushmita" userId="3ab635c0-28d9-446a-bebe-f8e9c4a429ac" providerId="ADAL" clId="{DE84ED36-D2F3-4868-8D5F-FCA5F9A68017}" dt="2021-11-19T08:16:33.376" v="220" actId="1076"/>
          <ac:picMkLst>
            <pc:docMk/>
            <pc:sldMk cId="3941997415" sldId="290"/>
            <ac:picMk id="9" creationId="{13948669-1F8B-4A5A-904B-E198E1E1CF7C}"/>
          </ac:picMkLst>
        </pc:picChg>
        <pc:picChg chg="del mod">
          <ac:chgData name="Payal, Sushmita" userId="3ab635c0-28d9-446a-bebe-f8e9c4a429ac" providerId="ADAL" clId="{DE84ED36-D2F3-4868-8D5F-FCA5F9A68017}" dt="2021-11-19T08:06:18.880" v="198" actId="478"/>
          <ac:picMkLst>
            <pc:docMk/>
            <pc:sldMk cId="3941997415" sldId="290"/>
            <ac:picMk id="1026" creationId="{E27D80F3-A453-5D46-9EF4-FFE7DBC7E184}"/>
          </ac:picMkLst>
        </pc:picChg>
        <pc:picChg chg="add del mod">
          <ac:chgData name="Payal, Sushmita" userId="3ab635c0-28d9-446a-bebe-f8e9c4a429ac" providerId="ADAL" clId="{DE84ED36-D2F3-4868-8D5F-FCA5F9A68017}" dt="2021-11-19T08:15:36.259" v="212" actId="478"/>
          <ac:picMkLst>
            <pc:docMk/>
            <pc:sldMk cId="3941997415" sldId="290"/>
            <ac:picMk id="5122" creationId="{FC594E1B-8F04-4D26-9AE0-D048F7719345}"/>
          </ac:picMkLst>
        </pc:picChg>
      </pc:sldChg>
      <pc:sldChg chg="addSp delSp modSp mod">
        <pc:chgData name="Payal, Sushmita" userId="3ab635c0-28d9-446a-bebe-f8e9c4a429ac" providerId="ADAL" clId="{DE84ED36-D2F3-4868-8D5F-FCA5F9A68017}" dt="2021-11-19T12:42:25.604" v="710" actId="1076"/>
        <pc:sldMkLst>
          <pc:docMk/>
          <pc:sldMk cId="3846680594" sldId="294"/>
        </pc:sldMkLst>
        <pc:spChg chg="add del">
          <ac:chgData name="Payal, Sushmita" userId="3ab635c0-28d9-446a-bebe-f8e9c4a429ac" providerId="ADAL" clId="{DE84ED36-D2F3-4868-8D5F-FCA5F9A68017}" dt="2021-11-19T12:20:17.800" v="674" actId="478"/>
          <ac:spMkLst>
            <pc:docMk/>
            <pc:sldMk cId="3846680594" sldId="294"/>
            <ac:spMk id="3" creationId="{8F21E182-1A96-4805-A0A8-7F665DFCF1A2}"/>
          </ac:spMkLst>
        </pc:spChg>
        <pc:spChg chg="add del mod">
          <ac:chgData name="Payal, Sushmita" userId="3ab635c0-28d9-446a-bebe-f8e9c4a429ac" providerId="ADAL" clId="{DE84ED36-D2F3-4868-8D5F-FCA5F9A68017}" dt="2021-11-19T08:25:35.322" v="241" actId="478"/>
          <ac:spMkLst>
            <pc:docMk/>
            <pc:sldMk cId="3846680594" sldId="294"/>
            <ac:spMk id="4" creationId="{BC71718F-666F-3F4B-917F-1AE74F5CAF74}"/>
          </ac:spMkLst>
        </pc:spChg>
        <pc:spChg chg="add mod">
          <ac:chgData name="Payal, Sushmita" userId="3ab635c0-28d9-446a-bebe-f8e9c4a429ac" providerId="ADAL" clId="{DE84ED36-D2F3-4868-8D5F-FCA5F9A68017}" dt="2021-11-19T12:21:38.328" v="690" actId="14100"/>
          <ac:spMkLst>
            <pc:docMk/>
            <pc:sldMk cId="3846680594" sldId="294"/>
            <ac:spMk id="8" creationId="{9121B017-7D55-402D-95D5-5B214E24CFC4}"/>
          </ac:spMkLst>
        </pc:spChg>
        <pc:spChg chg="mod">
          <ac:chgData name="Payal, Sushmita" userId="3ab635c0-28d9-446a-bebe-f8e9c4a429ac" providerId="ADAL" clId="{DE84ED36-D2F3-4868-8D5F-FCA5F9A68017}" dt="2021-11-19T07:48:05.802" v="97" actId="14100"/>
          <ac:spMkLst>
            <pc:docMk/>
            <pc:sldMk cId="3846680594" sldId="294"/>
            <ac:spMk id="9" creationId="{433A9D98-C05B-4640-A8B3-F56543409B96}"/>
          </ac:spMkLst>
        </pc:spChg>
        <pc:spChg chg="add del mod">
          <ac:chgData name="Payal, Sushmita" userId="3ab635c0-28d9-446a-bebe-f8e9c4a429ac" providerId="ADAL" clId="{DE84ED36-D2F3-4868-8D5F-FCA5F9A68017}" dt="2021-11-19T12:21:23.575" v="688" actId="478"/>
          <ac:spMkLst>
            <pc:docMk/>
            <pc:sldMk cId="3846680594" sldId="294"/>
            <ac:spMk id="19" creationId="{C9E456BD-A9BC-446E-B1BC-2933F4CA2B07}"/>
          </ac:spMkLst>
        </pc:spChg>
        <pc:picChg chg="mod">
          <ac:chgData name="Payal, Sushmita" userId="3ab635c0-28d9-446a-bebe-f8e9c4a429ac" providerId="ADAL" clId="{DE84ED36-D2F3-4868-8D5F-FCA5F9A68017}" dt="2021-11-19T12:42:25.604" v="710" actId="1076"/>
          <ac:picMkLst>
            <pc:docMk/>
            <pc:sldMk cId="3846680594" sldId="294"/>
            <ac:picMk id="8" creationId="{52A031EB-CD91-47C8-9137-3067C7594E2E}"/>
          </ac:picMkLst>
        </pc:picChg>
        <pc:picChg chg="add del mod">
          <ac:chgData name="Payal, Sushmita" userId="3ab635c0-28d9-446a-bebe-f8e9c4a429ac" providerId="ADAL" clId="{DE84ED36-D2F3-4868-8D5F-FCA5F9A68017}" dt="2021-11-19T12:22:38.098" v="694" actId="478"/>
          <ac:picMkLst>
            <pc:docMk/>
            <pc:sldMk cId="3846680594" sldId="294"/>
            <ac:picMk id="14" creationId="{E02FF2EF-6836-4F8E-ADDE-1A691C42E5CA}"/>
          </ac:picMkLst>
        </pc:picChg>
        <pc:picChg chg="add del mod">
          <ac:chgData name="Payal, Sushmita" userId="3ab635c0-28d9-446a-bebe-f8e9c4a429ac" providerId="ADAL" clId="{DE84ED36-D2F3-4868-8D5F-FCA5F9A68017}" dt="2021-11-19T12:23:23.480" v="700" actId="478"/>
          <ac:picMkLst>
            <pc:docMk/>
            <pc:sldMk cId="3846680594" sldId="294"/>
            <ac:picMk id="20" creationId="{C416CD36-2168-414F-B096-C9C007A9D6B1}"/>
          </ac:picMkLst>
        </pc:picChg>
        <pc:picChg chg="add del mod">
          <ac:chgData name="Payal, Sushmita" userId="3ab635c0-28d9-446a-bebe-f8e9c4a429ac" providerId="ADAL" clId="{DE84ED36-D2F3-4868-8D5F-FCA5F9A68017}" dt="2021-11-19T12:23:38.913" v="702" actId="478"/>
          <ac:picMkLst>
            <pc:docMk/>
            <pc:sldMk cId="3846680594" sldId="294"/>
            <ac:picMk id="22" creationId="{CE0BEA40-0122-4E29-8486-EAB414991966}"/>
          </ac:picMkLst>
        </pc:picChg>
        <pc:picChg chg="add del">
          <ac:chgData name="Payal, Sushmita" userId="3ab635c0-28d9-446a-bebe-f8e9c4a429ac" providerId="ADAL" clId="{DE84ED36-D2F3-4868-8D5F-FCA5F9A68017}" dt="2021-11-19T12:23:54.473" v="704" actId="478"/>
          <ac:picMkLst>
            <pc:docMk/>
            <pc:sldMk cId="3846680594" sldId="294"/>
            <ac:picMk id="27" creationId="{A394A38C-52E5-4CEA-8A0A-122A07200D5A}"/>
          </ac:picMkLst>
        </pc:picChg>
        <pc:picChg chg="add del">
          <ac:chgData name="Payal, Sushmita" userId="3ab635c0-28d9-446a-bebe-f8e9c4a429ac" providerId="ADAL" clId="{DE84ED36-D2F3-4868-8D5F-FCA5F9A68017}" dt="2021-11-19T12:24:53.493" v="706" actId="478"/>
          <ac:picMkLst>
            <pc:docMk/>
            <pc:sldMk cId="3846680594" sldId="294"/>
            <ac:picMk id="28" creationId="{434ED4FA-226B-455B-850B-1EBB734BA86E}"/>
          </ac:picMkLst>
        </pc:picChg>
        <pc:picChg chg="add del">
          <ac:chgData name="Payal, Sushmita" userId="3ab635c0-28d9-446a-bebe-f8e9c4a429ac" providerId="ADAL" clId="{DE84ED36-D2F3-4868-8D5F-FCA5F9A68017}" dt="2021-11-19T12:21:08.256" v="682"/>
          <ac:picMkLst>
            <pc:docMk/>
            <pc:sldMk cId="3846680594" sldId="294"/>
            <ac:picMk id="6146" creationId="{50A826B5-C3D6-496F-B55C-5C7E7D5BF07A}"/>
          </ac:picMkLst>
        </pc:picChg>
        <pc:picChg chg="add del mod">
          <ac:chgData name="Payal, Sushmita" userId="3ab635c0-28d9-446a-bebe-f8e9c4a429ac" providerId="ADAL" clId="{DE84ED36-D2F3-4868-8D5F-FCA5F9A68017}" dt="2021-11-19T12:21:23.575" v="688" actId="478"/>
          <ac:picMkLst>
            <pc:docMk/>
            <pc:sldMk cId="3846680594" sldId="294"/>
            <ac:picMk id="6148" creationId="{BC963FB0-2EF2-498C-9257-81FB0A66ABEF}"/>
          </ac:picMkLst>
        </pc:picChg>
      </pc:sldChg>
      <pc:sldChg chg="modSp mod">
        <pc:chgData name="Payal, Sushmita" userId="3ab635c0-28d9-446a-bebe-f8e9c4a429ac" providerId="ADAL" clId="{DE84ED36-D2F3-4868-8D5F-FCA5F9A68017}" dt="2021-11-19T07:48:46.605" v="102" actId="1076"/>
        <pc:sldMkLst>
          <pc:docMk/>
          <pc:sldMk cId="1953427592" sldId="295"/>
        </pc:sldMkLst>
        <pc:spChg chg="mod">
          <ac:chgData name="Payal, Sushmita" userId="3ab635c0-28d9-446a-bebe-f8e9c4a429ac" providerId="ADAL" clId="{DE84ED36-D2F3-4868-8D5F-FCA5F9A68017}" dt="2021-11-19T07:28:05.681" v="11" actId="14100"/>
          <ac:spMkLst>
            <pc:docMk/>
            <pc:sldMk cId="1953427592" sldId="295"/>
            <ac:spMk id="17" creationId="{C727A7CB-8A59-4F08-8A5B-EEEFC0A15E8A}"/>
          </ac:spMkLst>
        </pc:spChg>
        <pc:spChg chg="mod">
          <ac:chgData name="Payal, Sushmita" userId="3ab635c0-28d9-446a-bebe-f8e9c4a429ac" providerId="ADAL" clId="{DE84ED36-D2F3-4868-8D5F-FCA5F9A68017}" dt="2021-11-19T07:48:24.660" v="98" actId="1076"/>
          <ac:spMkLst>
            <pc:docMk/>
            <pc:sldMk cId="1953427592" sldId="295"/>
            <ac:spMk id="19" creationId="{358DDB23-398B-4CDF-8C3F-2668185AF3F8}"/>
          </ac:spMkLst>
        </pc:spChg>
        <pc:spChg chg="mod">
          <ac:chgData name="Payal, Sushmita" userId="3ab635c0-28d9-446a-bebe-f8e9c4a429ac" providerId="ADAL" clId="{DE84ED36-D2F3-4868-8D5F-FCA5F9A68017}" dt="2021-11-19T07:28:14.036" v="13" actId="14100"/>
          <ac:spMkLst>
            <pc:docMk/>
            <pc:sldMk cId="1953427592" sldId="295"/>
            <ac:spMk id="20" creationId="{2A2162F9-F060-43F0-B7C5-89FB56F132F8}"/>
          </ac:spMkLst>
        </pc:spChg>
        <pc:spChg chg="mod">
          <ac:chgData name="Payal, Sushmita" userId="3ab635c0-28d9-446a-bebe-f8e9c4a429ac" providerId="ADAL" clId="{DE84ED36-D2F3-4868-8D5F-FCA5F9A68017}" dt="2021-11-19T07:48:43.367" v="101" actId="1076"/>
          <ac:spMkLst>
            <pc:docMk/>
            <pc:sldMk cId="1953427592" sldId="295"/>
            <ac:spMk id="22" creationId="{4724887E-18FC-4AD4-BAFB-45D94225BCA1}"/>
          </ac:spMkLst>
        </pc:spChg>
        <pc:picChg chg="mod">
          <ac:chgData name="Payal, Sushmita" userId="3ab635c0-28d9-446a-bebe-f8e9c4a429ac" providerId="ADAL" clId="{DE84ED36-D2F3-4868-8D5F-FCA5F9A68017}" dt="2021-11-19T07:48:28.518" v="99" actId="1076"/>
          <ac:picMkLst>
            <pc:docMk/>
            <pc:sldMk cId="1953427592" sldId="295"/>
            <ac:picMk id="4" creationId="{610C23E2-5A9D-4A4E-A0E7-7E1298837ECA}"/>
          </ac:picMkLst>
        </pc:picChg>
        <pc:picChg chg="mod">
          <ac:chgData name="Payal, Sushmita" userId="3ab635c0-28d9-446a-bebe-f8e9c4a429ac" providerId="ADAL" clId="{DE84ED36-D2F3-4868-8D5F-FCA5F9A68017}" dt="2021-11-19T07:48:46.605" v="102" actId="1076"/>
          <ac:picMkLst>
            <pc:docMk/>
            <pc:sldMk cId="1953427592" sldId="295"/>
            <ac:picMk id="8" creationId="{570195A1-E3EC-4656-9376-AE97B8175B50}"/>
          </ac:picMkLst>
        </pc:picChg>
      </pc:sldChg>
      <pc:sldChg chg="modSp mod">
        <pc:chgData name="Payal, Sushmita" userId="3ab635c0-28d9-446a-bebe-f8e9c4a429ac" providerId="ADAL" clId="{DE84ED36-D2F3-4868-8D5F-FCA5F9A68017}" dt="2021-11-19T10:59:18.553" v="249" actId="20577"/>
        <pc:sldMkLst>
          <pc:docMk/>
          <pc:sldMk cId="1877628305" sldId="351"/>
        </pc:sldMkLst>
        <pc:spChg chg="mod">
          <ac:chgData name="Payal, Sushmita" userId="3ab635c0-28d9-446a-bebe-f8e9c4a429ac" providerId="ADAL" clId="{DE84ED36-D2F3-4868-8D5F-FCA5F9A68017}" dt="2021-11-19T10:59:18.553" v="249" actId="20577"/>
          <ac:spMkLst>
            <pc:docMk/>
            <pc:sldMk cId="1877628305" sldId="351"/>
            <ac:spMk id="4" creationId="{4BFD9ADF-0A94-F54A-B6F2-D14990CF2FEE}"/>
          </ac:spMkLst>
        </pc:spChg>
      </pc:sldChg>
      <pc:sldChg chg="modSp mod">
        <pc:chgData name="Payal, Sushmita" userId="3ab635c0-28d9-446a-bebe-f8e9c4a429ac" providerId="ADAL" clId="{DE84ED36-D2F3-4868-8D5F-FCA5F9A68017}" dt="2021-11-19T11:51:37.051" v="626" actId="1076"/>
        <pc:sldMkLst>
          <pc:docMk/>
          <pc:sldMk cId="2843729693" sldId="352"/>
        </pc:sldMkLst>
        <pc:spChg chg="mod">
          <ac:chgData name="Payal, Sushmita" userId="3ab635c0-28d9-446a-bebe-f8e9c4a429ac" providerId="ADAL" clId="{DE84ED36-D2F3-4868-8D5F-FCA5F9A68017}" dt="2021-11-19T11:51:37.051" v="626" actId="1076"/>
          <ac:spMkLst>
            <pc:docMk/>
            <pc:sldMk cId="2843729693" sldId="352"/>
            <ac:spMk id="3" creationId="{661DD586-6C32-4D34-8D39-53B2D42CF885}"/>
          </ac:spMkLst>
        </pc:spChg>
        <pc:spChg chg="mod">
          <ac:chgData name="Payal, Sushmita" userId="3ab635c0-28d9-446a-bebe-f8e9c4a429ac" providerId="ADAL" clId="{DE84ED36-D2F3-4868-8D5F-FCA5F9A68017}" dt="2021-11-19T11:51:33.645" v="625" actId="1076"/>
          <ac:spMkLst>
            <pc:docMk/>
            <pc:sldMk cId="2843729693" sldId="352"/>
            <ac:spMk id="8" creationId="{C39D0CBD-7E30-4187-8A41-5D3A3E4DBCE1}"/>
          </ac:spMkLst>
        </pc:spChg>
        <pc:picChg chg="mod">
          <ac:chgData name="Payal, Sushmita" userId="3ab635c0-28d9-446a-bebe-f8e9c4a429ac" providerId="ADAL" clId="{DE84ED36-D2F3-4868-8D5F-FCA5F9A68017}" dt="2021-11-19T11:51:28.980" v="624" actId="1076"/>
          <ac:picMkLst>
            <pc:docMk/>
            <pc:sldMk cId="2843729693" sldId="352"/>
            <ac:picMk id="2" creationId="{B590521C-B117-40B5-8AFF-5162AD301FAD}"/>
          </ac:picMkLst>
        </pc:picChg>
      </pc:sldChg>
      <pc:sldChg chg="modSp mod">
        <pc:chgData name="Payal, Sushmita" userId="3ab635c0-28d9-446a-bebe-f8e9c4a429ac" providerId="ADAL" clId="{DE84ED36-D2F3-4868-8D5F-FCA5F9A68017}" dt="2021-11-19T11:06:04.182" v="255" actId="1076"/>
        <pc:sldMkLst>
          <pc:docMk/>
          <pc:sldMk cId="2865327918" sldId="353"/>
        </pc:sldMkLst>
        <pc:spChg chg="mod">
          <ac:chgData name="Payal, Sushmita" userId="3ab635c0-28d9-446a-bebe-f8e9c4a429ac" providerId="ADAL" clId="{DE84ED36-D2F3-4868-8D5F-FCA5F9A68017}" dt="2021-11-19T11:06:04.182" v="255" actId="1076"/>
          <ac:spMkLst>
            <pc:docMk/>
            <pc:sldMk cId="2865327918" sldId="353"/>
            <ac:spMk id="21" creationId="{8DD9B418-CCA9-ED45-AA56-9B9F4090C71E}"/>
          </ac:spMkLst>
        </pc:spChg>
      </pc:sldChg>
      <pc:sldChg chg="addSp delSp modSp mod">
        <pc:chgData name="Payal, Sushmita" userId="3ab635c0-28d9-446a-bebe-f8e9c4a429ac" providerId="ADAL" clId="{DE84ED36-D2F3-4868-8D5F-FCA5F9A68017}" dt="2021-11-19T07:58:35.401" v="171" actId="14100"/>
        <pc:sldMkLst>
          <pc:docMk/>
          <pc:sldMk cId="3966110353" sldId="355"/>
        </pc:sldMkLst>
        <pc:spChg chg="add">
          <ac:chgData name="Payal, Sushmita" userId="3ab635c0-28d9-446a-bebe-f8e9c4a429ac" providerId="ADAL" clId="{DE84ED36-D2F3-4868-8D5F-FCA5F9A68017}" dt="2021-11-19T07:52:21.980" v="111"/>
          <ac:spMkLst>
            <pc:docMk/>
            <pc:sldMk cId="3966110353" sldId="355"/>
            <ac:spMk id="3" creationId="{E3EC80D4-C966-463C-BE5B-F5D896F77C28}"/>
          </ac:spMkLst>
        </pc:spChg>
        <pc:spChg chg="mod">
          <ac:chgData name="Payal, Sushmita" userId="3ab635c0-28d9-446a-bebe-f8e9c4a429ac" providerId="ADAL" clId="{DE84ED36-D2F3-4868-8D5F-FCA5F9A68017}" dt="2021-11-19T07:55:52.325" v="156" actId="1076"/>
          <ac:spMkLst>
            <pc:docMk/>
            <pc:sldMk cId="3966110353" sldId="355"/>
            <ac:spMk id="4" creationId="{8C9C45E3-4359-46DB-A22C-265D2CCF623D}"/>
          </ac:spMkLst>
        </pc:spChg>
        <pc:spChg chg="mod">
          <ac:chgData name="Payal, Sushmita" userId="3ab635c0-28d9-446a-bebe-f8e9c4a429ac" providerId="ADAL" clId="{DE84ED36-D2F3-4868-8D5F-FCA5F9A68017}" dt="2021-11-19T07:58:35.401" v="171" actId="14100"/>
          <ac:spMkLst>
            <pc:docMk/>
            <pc:sldMk cId="3966110353" sldId="355"/>
            <ac:spMk id="8" creationId="{08010114-5A36-47E1-971C-71AE0E68F3BD}"/>
          </ac:spMkLst>
        </pc:spChg>
        <pc:picChg chg="del mod">
          <ac:chgData name="Payal, Sushmita" userId="3ab635c0-28d9-446a-bebe-f8e9c4a429ac" providerId="ADAL" clId="{DE84ED36-D2F3-4868-8D5F-FCA5F9A68017}" dt="2021-11-19T07:52:02.379" v="107" actId="21"/>
          <ac:picMkLst>
            <pc:docMk/>
            <pc:sldMk cId="3966110353" sldId="355"/>
            <ac:picMk id="7" creationId="{0EE42A89-EC18-4C03-BA31-900A5F59D89F}"/>
          </ac:picMkLst>
        </pc:picChg>
        <pc:picChg chg="del mod">
          <ac:chgData name="Payal, Sushmita" userId="3ab635c0-28d9-446a-bebe-f8e9c4a429ac" providerId="ADAL" clId="{DE84ED36-D2F3-4868-8D5F-FCA5F9A68017}" dt="2021-11-19T07:52:00.773" v="106" actId="478"/>
          <ac:picMkLst>
            <pc:docMk/>
            <pc:sldMk cId="3966110353" sldId="355"/>
            <ac:picMk id="9" creationId="{7462D55F-5E10-4F51-98E2-BD8F90412815}"/>
          </ac:picMkLst>
        </pc:picChg>
        <pc:picChg chg="add mod">
          <ac:chgData name="Payal, Sushmita" userId="3ab635c0-28d9-446a-bebe-f8e9c4a429ac" providerId="ADAL" clId="{DE84ED36-D2F3-4868-8D5F-FCA5F9A68017}" dt="2021-11-19T07:57:56.419" v="163" actId="1076"/>
          <ac:picMkLst>
            <pc:docMk/>
            <pc:sldMk cId="3966110353" sldId="355"/>
            <ac:picMk id="11" creationId="{B344BF74-3FD7-4ADC-A9F2-ED9837FF4D0D}"/>
          </ac:picMkLst>
        </pc:picChg>
        <pc:picChg chg="add mod modCrop">
          <ac:chgData name="Payal, Sushmita" userId="3ab635c0-28d9-446a-bebe-f8e9c4a429ac" providerId="ADAL" clId="{DE84ED36-D2F3-4868-8D5F-FCA5F9A68017}" dt="2021-11-19T07:55:49.197" v="155" actId="1076"/>
          <ac:picMkLst>
            <pc:docMk/>
            <pc:sldMk cId="3966110353" sldId="355"/>
            <ac:picMk id="12" creationId="{F39DF56B-E5E2-4FC9-8157-D5C4AA708757}"/>
          </ac:picMkLst>
        </pc:picChg>
        <pc:cxnChg chg="del mod">
          <ac:chgData name="Payal, Sushmita" userId="3ab635c0-28d9-446a-bebe-f8e9c4a429ac" providerId="ADAL" clId="{DE84ED36-D2F3-4868-8D5F-FCA5F9A68017}" dt="2021-11-19T07:52:48.456" v="117" actId="478"/>
          <ac:cxnSpMkLst>
            <pc:docMk/>
            <pc:sldMk cId="3966110353" sldId="355"/>
            <ac:cxnSpMk id="10" creationId="{A88EBC4C-3F68-4EA7-8A4E-668811EF26F4}"/>
          </ac:cxnSpMkLst>
        </pc:cxnChg>
      </pc:sldChg>
      <pc:sldChg chg="addSp delSp modSp mod ord">
        <pc:chgData name="Payal, Sushmita" userId="3ab635c0-28d9-446a-bebe-f8e9c4a429ac" providerId="ADAL" clId="{DE84ED36-D2F3-4868-8D5F-FCA5F9A68017}" dt="2021-11-19T11:46:09.354" v="564" actId="255"/>
        <pc:sldMkLst>
          <pc:docMk/>
          <pc:sldMk cId="3296519575" sldId="356"/>
        </pc:sldMkLst>
        <pc:spChg chg="mod">
          <ac:chgData name="Payal, Sushmita" userId="3ab635c0-28d9-446a-bebe-f8e9c4a429ac" providerId="ADAL" clId="{DE84ED36-D2F3-4868-8D5F-FCA5F9A68017}" dt="2021-11-19T11:46:04.596" v="563" actId="255"/>
          <ac:spMkLst>
            <pc:docMk/>
            <pc:sldMk cId="3296519575" sldId="356"/>
            <ac:spMk id="4" creationId="{36115AE9-8435-4A09-9C17-0CAD0A116466}"/>
          </ac:spMkLst>
        </pc:spChg>
        <pc:spChg chg="mod">
          <ac:chgData name="Payal, Sushmita" userId="3ab635c0-28d9-446a-bebe-f8e9c4a429ac" providerId="ADAL" clId="{DE84ED36-D2F3-4868-8D5F-FCA5F9A68017}" dt="2021-11-19T11:46:09.354" v="564" actId="255"/>
          <ac:spMkLst>
            <pc:docMk/>
            <pc:sldMk cId="3296519575" sldId="356"/>
            <ac:spMk id="15" creationId="{E1194DC7-B9A1-4739-924A-5FAD0867150F}"/>
          </ac:spMkLst>
        </pc:spChg>
        <pc:picChg chg="mod">
          <ac:chgData name="Payal, Sushmita" userId="3ab635c0-28d9-446a-bebe-f8e9c4a429ac" providerId="ADAL" clId="{DE84ED36-D2F3-4868-8D5F-FCA5F9A68017}" dt="2021-11-19T11:45:31.413" v="558" actId="1076"/>
          <ac:picMkLst>
            <pc:docMk/>
            <pc:sldMk cId="3296519575" sldId="356"/>
            <ac:picMk id="9" creationId="{32FF6AE6-5D64-45F5-A96D-33CB3C2829A4}"/>
          </ac:picMkLst>
        </pc:picChg>
        <pc:picChg chg="del mod">
          <ac:chgData name="Payal, Sushmita" userId="3ab635c0-28d9-446a-bebe-f8e9c4a429ac" providerId="ADAL" clId="{DE84ED36-D2F3-4868-8D5F-FCA5F9A68017}" dt="2021-11-19T08:02:23.634" v="174" actId="478"/>
          <ac:picMkLst>
            <pc:docMk/>
            <pc:sldMk cId="3296519575" sldId="356"/>
            <ac:picMk id="11" creationId="{E64D9B9C-75A3-476E-98A8-3AD45097672B}"/>
          </ac:picMkLst>
        </pc:picChg>
        <pc:picChg chg="add mod">
          <ac:chgData name="Payal, Sushmita" userId="3ab635c0-28d9-446a-bebe-f8e9c4a429ac" providerId="ADAL" clId="{DE84ED36-D2F3-4868-8D5F-FCA5F9A68017}" dt="2021-11-19T11:45:34.294" v="559" actId="1076"/>
          <ac:picMkLst>
            <pc:docMk/>
            <pc:sldMk cId="3296519575" sldId="356"/>
            <ac:picMk id="3074" creationId="{C696121E-04B8-4ECA-AB56-6F8456CD32BF}"/>
          </ac:picMkLst>
        </pc:picChg>
      </pc:sldChg>
      <pc:sldChg chg="addSp delSp modSp mod">
        <pc:chgData name="Payal, Sushmita" userId="3ab635c0-28d9-446a-bebe-f8e9c4a429ac" providerId="ADAL" clId="{DE84ED36-D2F3-4868-8D5F-FCA5F9A68017}" dt="2021-11-19T11:56:22.581" v="672" actId="1076"/>
        <pc:sldMkLst>
          <pc:docMk/>
          <pc:sldMk cId="1793900572" sldId="357"/>
        </pc:sldMkLst>
        <pc:spChg chg="mod">
          <ac:chgData name="Payal, Sushmita" userId="3ab635c0-28d9-446a-bebe-f8e9c4a429ac" providerId="ADAL" clId="{DE84ED36-D2F3-4868-8D5F-FCA5F9A68017}" dt="2021-11-19T10:59:08.878" v="247" actId="1076"/>
          <ac:spMkLst>
            <pc:docMk/>
            <pc:sldMk cId="1793900572" sldId="357"/>
            <ac:spMk id="2" creationId="{60D86482-19DE-43DA-9827-DB8F71E0B354}"/>
          </ac:spMkLst>
        </pc:spChg>
        <pc:spChg chg="mod">
          <ac:chgData name="Payal, Sushmita" userId="3ab635c0-28d9-446a-bebe-f8e9c4a429ac" providerId="ADAL" clId="{DE84ED36-D2F3-4868-8D5F-FCA5F9A68017}" dt="2021-11-19T11:56:13.250" v="669" actId="1076"/>
          <ac:spMkLst>
            <pc:docMk/>
            <pc:sldMk cId="1793900572" sldId="357"/>
            <ac:spMk id="4" creationId="{26F9FD3B-74C7-4F51-8948-915AE87A2785}"/>
          </ac:spMkLst>
        </pc:spChg>
        <pc:spChg chg="add del mod">
          <ac:chgData name="Payal, Sushmita" userId="3ab635c0-28d9-446a-bebe-f8e9c4a429ac" providerId="ADAL" clId="{DE84ED36-D2F3-4868-8D5F-FCA5F9A68017}" dt="2021-11-19T11:56:19.765" v="671" actId="1076"/>
          <ac:spMkLst>
            <pc:docMk/>
            <pc:sldMk cId="1793900572" sldId="357"/>
            <ac:spMk id="10" creationId="{62197F9C-1209-4D11-9CF8-F5F102B52903}"/>
          </ac:spMkLst>
        </pc:spChg>
        <pc:spChg chg="del">
          <ac:chgData name="Payal, Sushmita" userId="3ab635c0-28d9-446a-bebe-f8e9c4a429ac" providerId="ADAL" clId="{DE84ED36-D2F3-4868-8D5F-FCA5F9A68017}" dt="2021-11-19T07:36:22.558" v="91" actId="478"/>
          <ac:spMkLst>
            <pc:docMk/>
            <pc:sldMk cId="1793900572" sldId="357"/>
            <ac:spMk id="11" creationId="{3834361C-5B92-4F5A-B98B-DE227F2FBEB2}"/>
          </ac:spMkLst>
        </pc:spChg>
        <pc:spChg chg="mod">
          <ac:chgData name="Payal, Sushmita" userId="3ab635c0-28d9-446a-bebe-f8e9c4a429ac" providerId="ADAL" clId="{DE84ED36-D2F3-4868-8D5F-FCA5F9A68017}" dt="2021-11-19T07:36:37.276" v="94" actId="1076"/>
          <ac:spMkLst>
            <pc:docMk/>
            <pc:sldMk cId="1793900572" sldId="357"/>
            <ac:spMk id="13" creationId="{5E4537DF-AE3F-4BD2-82BD-C434E7C2C73E}"/>
          </ac:spMkLst>
        </pc:spChg>
        <pc:picChg chg="mod">
          <ac:chgData name="Payal, Sushmita" userId="3ab635c0-28d9-446a-bebe-f8e9c4a429ac" providerId="ADAL" clId="{DE84ED36-D2F3-4868-8D5F-FCA5F9A68017}" dt="2021-11-19T07:36:25.620" v="92" actId="1076"/>
          <ac:picMkLst>
            <pc:docMk/>
            <pc:sldMk cId="1793900572" sldId="357"/>
            <ac:picMk id="8" creationId="{94DB14BB-6551-4659-AFDB-A787422E1F75}"/>
          </ac:picMkLst>
        </pc:picChg>
        <pc:picChg chg="del">
          <ac:chgData name="Payal, Sushmita" userId="3ab635c0-28d9-446a-bebe-f8e9c4a429ac" providerId="ADAL" clId="{DE84ED36-D2F3-4868-8D5F-FCA5F9A68017}" dt="2021-11-19T07:32:16.734" v="22" actId="478"/>
          <ac:picMkLst>
            <pc:docMk/>
            <pc:sldMk cId="1793900572" sldId="357"/>
            <ac:picMk id="9" creationId="{67E0F01E-2B7D-4F98-83D5-10E17A2D85D1}"/>
          </ac:picMkLst>
        </pc:picChg>
        <pc:picChg chg="mod modCrop">
          <ac:chgData name="Payal, Sushmita" userId="3ab635c0-28d9-446a-bebe-f8e9c4a429ac" providerId="ADAL" clId="{DE84ED36-D2F3-4868-8D5F-FCA5F9A68017}" dt="2021-11-19T11:56:16.033" v="670" actId="1076"/>
          <ac:picMkLst>
            <pc:docMk/>
            <pc:sldMk cId="1793900572" sldId="357"/>
            <ac:picMk id="12" creationId="{E4E60A0D-1244-4649-971C-1F0215871D13}"/>
          </ac:picMkLst>
        </pc:picChg>
        <pc:picChg chg="add del mod">
          <ac:chgData name="Payal, Sushmita" userId="3ab635c0-28d9-446a-bebe-f8e9c4a429ac" providerId="ADAL" clId="{DE84ED36-D2F3-4868-8D5F-FCA5F9A68017}" dt="2021-11-19T11:55:30.097" v="627" actId="478"/>
          <ac:picMkLst>
            <pc:docMk/>
            <pc:sldMk cId="1793900572" sldId="357"/>
            <ac:picMk id="1026" creationId="{D38D7B1F-6265-41DF-B815-70E80567419B}"/>
          </ac:picMkLst>
        </pc:picChg>
        <pc:picChg chg="add del">
          <ac:chgData name="Payal, Sushmita" userId="3ab635c0-28d9-446a-bebe-f8e9c4a429ac" providerId="ADAL" clId="{DE84ED36-D2F3-4868-8D5F-FCA5F9A68017}" dt="2021-11-19T11:55:45.297" v="661" actId="478"/>
          <ac:picMkLst>
            <pc:docMk/>
            <pc:sldMk cId="1793900572" sldId="357"/>
            <ac:picMk id="1028" creationId="{CAFBF10F-E3C6-4FD2-9211-53695443EA55}"/>
          </ac:picMkLst>
        </pc:picChg>
        <pc:picChg chg="add mod">
          <ac:chgData name="Payal, Sushmita" userId="3ab635c0-28d9-446a-bebe-f8e9c4a429ac" providerId="ADAL" clId="{DE84ED36-D2F3-4868-8D5F-FCA5F9A68017}" dt="2021-11-19T11:56:22.581" v="672" actId="1076"/>
          <ac:picMkLst>
            <pc:docMk/>
            <pc:sldMk cId="1793900572" sldId="357"/>
            <ac:picMk id="1030" creationId="{6D4B75E8-E1CE-4B81-B857-0FC67D56F526}"/>
          </ac:picMkLst>
        </pc:picChg>
      </pc:sldChg>
      <pc:sldChg chg="modSp mod ord">
        <pc:chgData name="Payal, Sushmita" userId="3ab635c0-28d9-446a-bebe-f8e9c4a429ac" providerId="ADAL" clId="{DE84ED36-D2F3-4868-8D5F-FCA5F9A68017}" dt="2021-11-19T11:35:50.943" v="493"/>
        <pc:sldMkLst>
          <pc:docMk/>
          <pc:sldMk cId="3802229368" sldId="358"/>
        </pc:sldMkLst>
        <pc:picChg chg="mod">
          <ac:chgData name="Payal, Sushmita" userId="3ab635c0-28d9-446a-bebe-f8e9c4a429ac" providerId="ADAL" clId="{DE84ED36-D2F3-4868-8D5F-FCA5F9A68017}" dt="2021-11-19T08:23:52.655" v="238" actId="1076"/>
          <ac:picMkLst>
            <pc:docMk/>
            <pc:sldMk cId="3802229368" sldId="358"/>
            <ac:picMk id="10" creationId="{5DF0BC5F-8A70-41DA-ACF2-76AC7B2AF340}"/>
          </ac:picMkLst>
        </pc:picChg>
        <pc:cxnChg chg="mod">
          <ac:chgData name="Payal, Sushmita" userId="3ab635c0-28d9-446a-bebe-f8e9c4a429ac" providerId="ADAL" clId="{DE84ED36-D2F3-4868-8D5F-FCA5F9A68017}" dt="2021-11-19T08:23:37.467" v="237" actId="1076"/>
          <ac:cxnSpMkLst>
            <pc:docMk/>
            <pc:sldMk cId="3802229368" sldId="358"/>
            <ac:cxnSpMk id="4" creationId="{C845CC0D-FB23-42E2-AB37-96D373F8DD54}"/>
          </ac:cxnSpMkLst>
        </pc:cxnChg>
      </pc:sldChg>
      <pc:sldChg chg="addSp modSp mod ord">
        <pc:chgData name="Payal, Sushmita" userId="3ab635c0-28d9-446a-bebe-f8e9c4a429ac" providerId="ADAL" clId="{DE84ED36-D2F3-4868-8D5F-FCA5F9A68017}" dt="2021-11-19T11:39:36.280" v="553" actId="1076"/>
        <pc:sldMkLst>
          <pc:docMk/>
          <pc:sldMk cId="2310031114" sldId="359"/>
        </pc:sldMkLst>
        <pc:spChg chg="add mod">
          <ac:chgData name="Payal, Sushmita" userId="3ab635c0-28d9-446a-bebe-f8e9c4a429ac" providerId="ADAL" clId="{DE84ED36-D2F3-4868-8D5F-FCA5F9A68017}" dt="2021-11-19T11:38:57.053" v="539" actId="1076"/>
          <ac:spMkLst>
            <pc:docMk/>
            <pc:sldMk cId="2310031114" sldId="359"/>
            <ac:spMk id="2" creationId="{0E940E06-1A78-48E1-AE73-D9265C8919FC}"/>
          </ac:spMkLst>
        </pc:spChg>
        <pc:spChg chg="add mod">
          <ac:chgData name="Payal, Sushmita" userId="3ab635c0-28d9-446a-bebe-f8e9c4a429ac" providerId="ADAL" clId="{DE84ED36-D2F3-4868-8D5F-FCA5F9A68017}" dt="2021-11-19T11:39:36.280" v="553" actId="1076"/>
          <ac:spMkLst>
            <pc:docMk/>
            <pc:sldMk cId="2310031114" sldId="359"/>
            <ac:spMk id="7" creationId="{A7552426-20E3-4B63-8A01-41EA01688295}"/>
          </ac:spMkLst>
        </pc:spChg>
        <pc:picChg chg="mod">
          <ac:chgData name="Payal, Sushmita" userId="3ab635c0-28d9-446a-bebe-f8e9c4a429ac" providerId="ADAL" clId="{DE84ED36-D2F3-4868-8D5F-FCA5F9A68017}" dt="2021-11-19T11:39:30.439" v="552" actId="1076"/>
          <ac:picMkLst>
            <pc:docMk/>
            <pc:sldMk cId="2310031114" sldId="359"/>
            <ac:picMk id="1026" creationId="{37FEDBD6-8F9D-034B-8D1F-FF2A35589B5C}"/>
          </ac:picMkLst>
        </pc:picChg>
      </pc:sldChg>
      <pc:sldChg chg="modSp mod ord">
        <pc:chgData name="Payal, Sushmita" userId="3ab635c0-28d9-446a-bebe-f8e9c4a429ac" providerId="ADAL" clId="{DE84ED36-D2F3-4868-8D5F-FCA5F9A68017}" dt="2021-11-19T10:58:30.394" v="245"/>
        <pc:sldMkLst>
          <pc:docMk/>
          <pc:sldMk cId="3966661885" sldId="360"/>
        </pc:sldMkLst>
        <pc:picChg chg="mod">
          <ac:chgData name="Payal, Sushmita" userId="3ab635c0-28d9-446a-bebe-f8e9c4a429ac" providerId="ADAL" clId="{DE84ED36-D2F3-4868-8D5F-FCA5F9A68017}" dt="2021-11-19T08:20:24.337" v="228" actId="1076"/>
          <ac:picMkLst>
            <pc:docMk/>
            <pc:sldMk cId="3966661885" sldId="360"/>
            <ac:picMk id="2" creationId="{0A8F6355-E9F7-4B33-9EBA-C70C1E22A2D4}"/>
          </ac:picMkLst>
        </pc:picChg>
      </pc:sldChg>
      <pc:sldChg chg="addSp delSp modSp mod">
        <pc:chgData name="Payal, Sushmita" userId="3ab635c0-28d9-446a-bebe-f8e9c4a429ac" providerId="ADAL" clId="{DE84ED36-D2F3-4868-8D5F-FCA5F9A68017}" dt="2021-11-19T12:39:21.902" v="708" actId="122"/>
        <pc:sldMkLst>
          <pc:docMk/>
          <pc:sldMk cId="173005761" sldId="361"/>
        </pc:sldMkLst>
        <pc:spChg chg="mod">
          <ac:chgData name="Payal, Sushmita" userId="3ab635c0-28d9-446a-bebe-f8e9c4a429ac" providerId="ADAL" clId="{DE84ED36-D2F3-4868-8D5F-FCA5F9A68017}" dt="2021-11-19T11:15:04.378" v="273" actId="1076"/>
          <ac:spMkLst>
            <pc:docMk/>
            <pc:sldMk cId="173005761" sldId="361"/>
            <ac:spMk id="2" creationId="{98B18A3A-3619-3A4A-8A64-64479D1E29DE}"/>
          </ac:spMkLst>
        </pc:spChg>
        <pc:spChg chg="add del mod">
          <ac:chgData name="Payal, Sushmita" userId="3ab635c0-28d9-446a-bebe-f8e9c4a429ac" providerId="ADAL" clId="{DE84ED36-D2F3-4868-8D5F-FCA5F9A68017}" dt="2021-11-19T11:15:00.788" v="268" actId="767"/>
          <ac:spMkLst>
            <pc:docMk/>
            <pc:sldMk cId="173005761" sldId="361"/>
            <ac:spMk id="3" creationId="{C39EEE0C-02FF-4BFA-B4FA-8DFEF8062D00}"/>
          </ac:spMkLst>
        </pc:spChg>
        <pc:spChg chg="mod">
          <ac:chgData name="Payal, Sushmita" userId="3ab635c0-28d9-446a-bebe-f8e9c4a429ac" providerId="ADAL" clId="{DE84ED36-D2F3-4868-8D5F-FCA5F9A68017}" dt="2021-11-19T11:15:05.166" v="274" actId="1076"/>
          <ac:spMkLst>
            <pc:docMk/>
            <pc:sldMk cId="173005761" sldId="361"/>
            <ac:spMk id="4" creationId="{D4831145-BA5B-F048-B1E0-4ED2EB87DEF4}"/>
          </ac:spMkLst>
        </pc:spChg>
        <pc:spChg chg="add mod">
          <ac:chgData name="Payal, Sushmita" userId="3ab635c0-28d9-446a-bebe-f8e9c4a429ac" providerId="ADAL" clId="{DE84ED36-D2F3-4868-8D5F-FCA5F9A68017}" dt="2021-11-19T12:39:21.902" v="708" actId="122"/>
          <ac:spMkLst>
            <pc:docMk/>
            <pc:sldMk cId="173005761" sldId="361"/>
            <ac:spMk id="7" creationId="{36D03BE3-7224-44BA-AC8A-2460F7D42D0D}"/>
          </ac:spMkLst>
        </pc:spChg>
        <pc:spChg chg="mod">
          <ac:chgData name="Payal, Sushmita" userId="3ab635c0-28d9-446a-bebe-f8e9c4a429ac" providerId="ADAL" clId="{DE84ED36-D2F3-4868-8D5F-FCA5F9A68017}" dt="2021-11-19T11:15:03.558" v="272" actId="1076"/>
          <ac:spMkLst>
            <pc:docMk/>
            <pc:sldMk cId="173005761" sldId="361"/>
            <ac:spMk id="14" creationId="{322DD460-55CD-0149-AF7C-7A59213C018C}"/>
          </ac:spMkLst>
        </pc:spChg>
        <pc:spChg chg="mod">
          <ac:chgData name="Payal, Sushmita" userId="3ab635c0-28d9-446a-bebe-f8e9c4a429ac" providerId="ADAL" clId="{DE84ED36-D2F3-4868-8D5F-FCA5F9A68017}" dt="2021-11-19T11:15:02.787" v="271" actId="1076"/>
          <ac:spMkLst>
            <pc:docMk/>
            <pc:sldMk cId="173005761" sldId="361"/>
            <ac:spMk id="18" creationId="{CC278476-2EDC-A347-810D-2B03A98894AE}"/>
          </ac:spMkLst>
        </pc:spChg>
        <pc:spChg chg="mod">
          <ac:chgData name="Payal, Sushmita" userId="3ab635c0-28d9-446a-bebe-f8e9c4a429ac" providerId="ADAL" clId="{DE84ED36-D2F3-4868-8D5F-FCA5F9A68017}" dt="2021-11-19T11:15:02.198" v="270" actId="1076"/>
          <ac:spMkLst>
            <pc:docMk/>
            <pc:sldMk cId="173005761" sldId="361"/>
            <ac:spMk id="19" creationId="{B6EB78A8-7898-3041-B03F-0D7A41B595B3}"/>
          </ac:spMkLst>
        </pc:spChg>
        <pc:spChg chg="mod">
          <ac:chgData name="Payal, Sushmita" userId="3ab635c0-28d9-446a-bebe-f8e9c4a429ac" providerId="ADAL" clId="{DE84ED36-D2F3-4868-8D5F-FCA5F9A68017}" dt="2021-11-19T11:15:01.614" v="269" actId="1076"/>
          <ac:spMkLst>
            <pc:docMk/>
            <pc:sldMk cId="173005761" sldId="361"/>
            <ac:spMk id="20" creationId="{5D9D9AAB-899E-E849-BE91-B1DFBBE43ECD}"/>
          </ac:spMkLst>
        </pc:spChg>
        <pc:spChg chg="mod">
          <ac:chgData name="Payal, Sushmita" userId="3ab635c0-28d9-446a-bebe-f8e9c4a429ac" providerId="ADAL" clId="{DE84ED36-D2F3-4868-8D5F-FCA5F9A68017}" dt="2021-11-19T11:14:43.446" v="265" actId="1076"/>
          <ac:spMkLst>
            <pc:docMk/>
            <pc:sldMk cId="173005761" sldId="361"/>
            <ac:spMk id="21" creationId="{FD12D3EE-0377-6044-855D-02AB4F724EA6}"/>
          </ac:spMkLst>
        </pc:spChg>
        <pc:cxnChg chg="mod">
          <ac:chgData name="Payal, Sushmita" userId="3ab635c0-28d9-446a-bebe-f8e9c4a429ac" providerId="ADAL" clId="{DE84ED36-D2F3-4868-8D5F-FCA5F9A68017}" dt="2021-11-19T11:15:06.047" v="275" actId="1076"/>
          <ac:cxnSpMkLst>
            <pc:docMk/>
            <pc:sldMk cId="173005761" sldId="361"/>
            <ac:cxnSpMk id="11" creationId="{D7E4B365-826B-3844-B481-7B6C62C89745}"/>
          </ac:cxnSpMkLst>
        </pc:cxnChg>
        <pc:cxnChg chg="mod">
          <ac:chgData name="Payal, Sushmita" userId="3ab635c0-28d9-446a-bebe-f8e9c4a429ac" providerId="ADAL" clId="{DE84ED36-D2F3-4868-8D5F-FCA5F9A68017}" dt="2021-11-19T11:14:44.259" v="266" actId="1076"/>
          <ac:cxnSpMkLst>
            <pc:docMk/>
            <pc:sldMk cId="173005761" sldId="361"/>
            <ac:cxnSpMk id="26" creationId="{AAAB470C-47A6-454C-AB85-90DA69EC4311}"/>
          </ac:cxnSpMkLst>
        </pc:cxnChg>
      </pc:sldChg>
      <pc:sldChg chg="add del">
        <pc:chgData name="Payal, Sushmita" userId="3ab635c0-28d9-446a-bebe-f8e9c4a429ac" providerId="ADAL" clId="{DE84ED36-D2F3-4868-8D5F-FCA5F9A68017}" dt="2021-11-19T07:23:35.416" v="8" actId="47"/>
        <pc:sldMkLst>
          <pc:docMk/>
          <pc:sldMk cId="752499289" sldId="361"/>
        </pc:sldMkLst>
      </pc:sldChg>
      <pc:sldChg chg="delSp modSp mod">
        <pc:chgData name="Payal, Sushmita" userId="3ab635c0-28d9-446a-bebe-f8e9c4a429ac" providerId="ADAL" clId="{DE84ED36-D2F3-4868-8D5F-FCA5F9A68017}" dt="2021-11-19T12:51:09.142" v="711" actId="1076"/>
        <pc:sldMkLst>
          <pc:docMk/>
          <pc:sldMk cId="1052422682" sldId="362"/>
        </pc:sldMkLst>
        <pc:graphicFrameChg chg="mod">
          <ac:chgData name="Payal, Sushmita" userId="3ab635c0-28d9-446a-bebe-f8e9c4a429ac" providerId="ADAL" clId="{DE84ED36-D2F3-4868-8D5F-FCA5F9A68017}" dt="2021-11-19T12:51:09.142" v="711" actId="1076"/>
          <ac:graphicFrameMkLst>
            <pc:docMk/>
            <pc:sldMk cId="1052422682" sldId="362"/>
            <ac:graphicFrameMk id="3" creationId="{C43371CA-75D4-48F9-B995-62F1912900A4}"/>
          </ac:graphicFrameMkLst>
        </pc:graphicFrameChg>
        <pc:picChg chg="del">
          <ac:chgData name="Payal, Sushmita" userId="3ab635c0-28d9-446a-bebe-f8e9c4a429ac" providerId="ADAL" clId="{DE84ED36-D2F3-4868-8D5F-FCA5F9A68017}" dt="2021-11-19T12:35:56.684" v="707" actId="478"/>
          <ac:picMkLst>
            <pc:docMk/>
            <pc:sldMk cId="1052422682" sldId="362"/>
            <ac:picMk id="3" creationId="{CAAB820F-7C97-FB4C-9F52-E67CDB5C16FE}"/>
          </ac:picMkLst>
        </pc:picChg>
      </pc:sldChg>
      <pc:sldChg chg="delSp modSp new mod">
        <pc:chgData name="Payal, Sushmita" userId="3ab635c0-28d9-446a-bebe-f8e9c4a429ac" providerId="ADAL" clId="{DE84ED36-D2F3-4868-8D5F-FCA5F9A68017}" dt="2021-11-19T12:53:10.279" v="724" actId="1076"/>
        <pc:sldMkLst>
          <pc:docMk/>
          <pc:sldMk cId="943728823" sldId="364"/>
        </pc:sldMkLst>
        <pc:spChg chg="mod">
          <ac:chgData name="Payal, Sushmita" userId="3ab635c0-28d9-446a-bebe-f8e9c4a429ac" providerId="ADAL" clId="{DE84ED36-D2F3-4868-8D5F-FCA5F9A68017}" dt="2021-11-19T12:52:24.729" v="717" actId="1076"/>
          <ac:spMkLst>
            <pc:docMk/>
            <pc:sldMk cId="943728823" sldId="364"/>
            <ac:spMk id="2" creationId="{16AACFFE-E321-45A6-95B8-E3D1E9A39F08}"/>
          </ac:spMkLst>
        </pc:spChg>
        <pc:spChg chg="del mod">
          <ac:chgData name="Payal, Sushmita" userId="3ab635c0-28d9-446a-bebe-f8e9c4a429ac" providerId="ADAL" clId="{DE84ED36-D2F3-4868-8D5F-FCA5F9A68017}" dt="2021-11-19T12:52:19.162" v="715" actId="478"/>
          <ac:spMkLst>
            <pc:docMk/>
            <pc:sldMk cId="943728823" sldId="364"/>
            <ac:spMk id="3" creationId="{F9B0C5D4-7C6A-4416-8383-591533CE9E24}"/>
          </ac:spMkLst>
        </pc:spChg>
        <pc:graphicFrameChg chg="mod modGraphic">
          <ac:chgData name="Payal, Sushmita" userId="3ab635c0-28d9-446a-bebe-f8e9c4a429ac" providerId="ADAL" clId="{DE84ED36-D2F3-4868-8D5F-FCA5F9A68017}" dt="2021-11-19T12:53:10.279" v="724" actId="1076"/>
          <ac:graphicFrameMkLst>
            <pc:docMk/>
            <pc:sldMk cId="943728823" sldId="364"/>
            <ac:graphicFrameMk id="8" creationId="{60BF00E3-50E0-4803-8430-8B499FBF2570}"/>
          </ac:graphicFrameMkLst>
        </pc:graphicFrameChg>
      </pc:sldChg>
      <pc:sldMasterChg chg="delSldLayout">
        <pc:chgData name="Payal, Sushmita" userId="3ab635c0-28d9-446a-bebe-f8e9c4a429ac" providerId="ADAL" clId="{DE84ED36-D2F3-4868-8D5F-FCA5F9A68017}" dt="2021-11-19T07:23:35.416" v="8" actId="47"/>
        <pc:sldMasterMkLst>
          <pc:docMk/>
          <pc:sldMasterMk cId="3595336832" sldId="2147483708"/>
        </pc:sldMasterMkLst>
        <pc:sldLayoutChg chg="del">
          <pc:chgData name="Payal, Sushmita" userId="3ab635c0-28d9-446a-bebe-f8e9c4a429ac" providerId="ADAL" clId="{DE84ED36-D2F3-4868-8D5F-FCA5F9A68017}" dt="2021-11-19T07:23:35.416" v="8" actId="47"/>
          <pc:sldLayoutMkLst>
            <pc:docMk/>
            <pc:sldMasterMk cId="3595336832" sldId="2147483708"/>
            <pc:sldLayoutMk cId="2134496798" sldId="2147483738"/>
          </pc:sldLayoutMkLst>
        </pc:sldLayoutChg>
      </pc:sldMasterChg>
      <pc:sldMasterChg chg="del delSldLayout">
        <pc:chgData name="Payal, Sushmita" userId="3ab635c0-28d9-446a-bebe-f8e9c4a429ac" providerId="ADAL" clId="{DE84ED36-D2F3-4868-8D5F-FCA5F9A68017}" dt="2021-11-19T07:47:53.616" v="95" actId="47"/>
        <pc:sldMasterMkLst>
          <pc:docMk/>
          <pc:sldMasterMk cId="958245548" sldId="2147483726"/>
        </pc:sldMasterMkLst>
        <pc:sldLayoutChg chg="del">
          <pc:chgData name="Payal, Sushmita" userId="3ab635c0-28d9-446a-bebe-f8e9c4a429ac" providerId="ADAL" clId="{DE84ED36-D2F3-4868-8D5F-FCA5F9A68017}" dt="2021-11-19T07:47:53.616" v="95" actId="47"/>
          <pc:sldLayoutMkLst>
            <pc:docMk/>
            <pc:sldMasterMk cId="958245548" sldId="2147483726"/>
            <pc:sldLayoutMk cId="533981072" sldId="2147483727"/>
          </pc:sldLayoutMkLst>
        </pc:sldLayoutChg>
        <pc:sldLayoutChg chg="del">
          <pc:chgData name="Payal, Sushmita" userId="3ab635c0-28d9-446a-bebe-f8e9c4a429ac" providerId="ADAL" clId="{DE84ED36-D2F3-4868-8D5F-FCA5F9A68017}" dt="2021-11-19T07:47:53.616" v="95" actId="47"/>
          <pc:sldLayoutMkLst>
            <pc:docMk/>
            <pc:sldMasterMk cId="958245548" sldId="2147483726"/>
            <pc:sldLayoutMk cId="2282357628" sldId="2147483728"/>
          </pc:sldLayoutMkLst>
        </pc:sldLayoutChg>
        <pc:sldLayoutChg chg="del">
          <pc:chgData name="Payal, Sushmita" userId="3ab635c0-28d9-446a-bebe-f8e9c4a429ac" providerId="ADAL" clId="{DE84ED36-D2F3-4868-8D5F-FCA5F9A68017}" dt="2021-11-19T07:47:53.616" v="95" actId="47"/>
          <pc:sldLayoutMkLst>
            <pc:docMk/>
            <pc:sldMasterMk cId="958245548" sldId="2147483726"/>
            <pc:sldLayoutMk cId="2919478718" sldId="2147483729"/>
          </pc:sldLayoutMkLst>
        </pc:sldLayoutChg>
        <pc:sldLayoutChg chg="del">
          <pc:chgData name="Payal, Sushmita" userId="3ab635c0-28d9-446a-bebe-f8e9c4a429ac" providerId="ADAL" clId="{DE84ED36-D2F3-4868-8D5F-FCA5F9A68017}" dt="2021-11-19T07:47:53.616" v="95" actId="47"/>
          <pc:sldLayoutMkLst>
            <pc:docMk/>
            <pc:sldMasterMk cId="958245548" sldId="2147483726"/>
            <pc:sldLayoutMk cId="3876642725" sldId="2147483730"/>
          </pc:sldLayoutMkLst>
        </pc:sldLayoutChg>
        <pc:sldLayoutChg chg="del">
          <pc:chgData name="Payal, Sushmita" userId="3ab635c0-28d9-446a-bebe-f8e9c4a429ac" providerId="ADAL" clId="{DE84ED36-D2F3-4868-8D5F-FCA5F9A68017}" dt="2021-11-19T07:47:53.616" v="95" actId="47"/>
          <pc:sldLayoutMkLst>
            <pc:docMk/>
            <pc:sldMasterMk cId="958245548" sldId="2147483726"/>
            <pc:sldLayoutMk cId="4277526698" sldId="2147483731"/>
          </pc:sldLayoutMkLst>
        </pc:sldLayoutChg>
        <pc:sldLayoutChg chg="del">
          <pc:chgData name="Payal, Sushmita" userId="3ab635c0-28d9-446a-bebe-f8e9c4a429ac" providerId="ADAL" clId="{DE84ED36-D2F3-4868-8D5F-FCA5F9A68017}" dt="2021-11-19T07:47:53.616" v="95" actId="47"/>
          <pc:sldLayoutMkLst>
            <pc:docMk/>
            <pc:sldMasterMk cId="958245548" sldId="2147483726"/>
            <pc:sldLayoutMk cId="1759462609" sldId="2147483732"/>
          </pc:sldLayoutMkLst>
        </pc:sldLayoutChg>
        <pc:sldLayoutChg chg="del">
          <pc:chgData name="Payal, Sushmita" userId="3ab635c0-28d9-446a-bebe-f8e9c4a429ac" providerId="ADAL" clId="{DE84ED36-D2F3-4868-8D5F-FCA5F9A68017}" dt="2021-11-19T07:47:53.616" v="95" actId="47"/>
          <pc:sldLayoutMkLst>
            <pc:docMk/>
            <pc:sldMasterMk cId="958245548" sldId="2147483726"/>
            <pc:sldLayoutMk cId="3322672742" sldId="2147483733"/>
          </pc:sldLayoutMkLst>
        </pc:sldLayoutChg>
        <pc:sldLayoutChg chg="del">
          <pc:chgData name="Payal, Sushmita" userId="3ab635c0-28d9-446a-bebe-f8e9c4a429ac" providerId="ADAL" clId="{DE84ED36-D2F3-4868-8D5F-FCA5F9A68017}" dt="2021-11-19T07:47:53.616" v="95" actId="47"/>
          <pc:sldLayoutMkLst>
            <pc:docMk/>
            <pc:sldMasterMk cId="958245548" sldId="2147483726"/>
            <pc:sldLayoutMk cId="2665740616" sldId="2147483734"/>
          </pc:sldLayoutMkLst>
        </pc:sldLayoutChg>
        <pc:sldLayoutChg chg="del">
          <pc:chgData name="Payal, Sushmita" userId="3ab635c0-28d9-446a-bebe-f8e9c4a429ac" providerId="ADAL" clId="{DE84ED36-D2F3-4868-8D5F-FCA5F9A68017}" dt="2021-11-19T07:47:53.616" v="95" actId="47"/>
          <pc:sldLayoutMkLst>
            <pc:docMk/>
            <pc:sldMasterMk cId="958245548" sldId="2147483726"/>
            <pc:sldLayoutMk cId="1794841902" sldId="2147483735"/>
          </pc:sldLayoutMkLst>
        </pc:sldLayoutChg>
        <pc:sldLayoutChg chg="del">
          <pc:chgData name="Payal, Sushmita" userId="3ab635c0-28d9-446a-bebe-f8e9c4a429ac" providerId="ADAL" clId="{DE84ED36-D2F3-4868-8D5F-FCA5F9A68017}" dt="2021-11-19T07:47:53.616" v="95" actId="47"/>
          <pc:sldLayoutMkLst>
            <pc:docMk/>
            <pc:sldMasterMk cId="958245548" sldId="2147483726"/>
            <pc:sldLayoutMk cId="2288979412" sldId="2147483736"/>
          </pc:sldLayoutMkLst>
        </pc:sldLayoutChg>
        <pc:sldLayoutChg chg="del">
          <pc:chgData name="Payal, Sushmita" userId="3ab635c0-28d9-446a-bebe-f8e9c4a429ac" providerId="ADAL" clId="{DE84ED36-D2F3-4868-8D5F-FCA5F9A68017}" dt="2021-11-19T07:47:53.616" v="95" actId="47"/>
          <pc:sldLayoutMkLst>
            <pc:docMk/>
            <pc:sldMasterMk cId="958245548" sldId="2147483726"/>
            <pc:sldLayoutMk cId="531125784" sldId="2147483737"/>
          </pc:sldLayoutMkLst>
        </pc:sldLayoutChg>
      </pc:sldMasterChg>
    </pc:docChg>
  </pc:docChgLst>
  <pc:docChgLst>
    <pc:chgData name="Bajaj, Utkarsh" userId="S::ubajaj@purdue.edu::65e9f734-f050-4456-9a74-fa9801290d81" providerId="AD" clId="Web-{F06C5FB3-DB7C-4123-86EE-9BDC02B653E5}"/>
    <pc:docChg chg="addSld modSld modSection">
      <pc:chgData name="Bajaj, Utkarsh" userId="S::ubajaj@purdue.edu::65e9f734-f050-4456-9a74-fa9801290d81" providerId="AD" clId="Web-{F06C5FB3-DB7C-4123-86EE-9BDC02B653E5}" dt="2021-11-19T06:51:47.422" v="187" actId="14100"/>
      <pc:docMkLst>
        <pc:docMk/>
      </pc:docMkLst>
      <pc:sldChg chg="modSp">
        <pc:chgData name="Bajaj, Utkarsh" userId="S::ubajaj@purdue.edu::65e9f734-f050-4456-9a74-fa9801290d81" providerId="AD" clId="Web-{F06C5FB3-DB7C-4123-86EE-9BDC02B653E5}" dt="2021-11-19T06:08:57.848" v="144" actId="20577"/>
        <pc:sldMkLst>
          <pc:docMk/>
          <pc:sldMk cId="3941997415" sldId="290"/>
        </pc:sldMkLst>
        <pc:spChg chg="mod">
          <ac:chgData name="Bajaj, Utkarsh" userId="S::ubajaj@purdue.edu::65e9f734-f050-4456-9a74-fa9801290d81" providerId="AD" clId="Web-{F06C5FB3-DB7C-4123-86EE-9BDC02B653E5}" dt="2021-11-19T06:08:57.848" v="144" actId="20577"/>
          <ac:spMkLst>
            <pc:docMk/>
            <pc:sldMk cId="3941997415" sldId="290"/>
            <ac:spMk id="4" creationId="{F93E8E77-5D29-4D74-8652-AFAF1D4CB65F}"/>
          </ac:spMkLst>
        </pc:spChg>
      </pc:sldChg>
      <pc:sldChg chg="modSp">
        <pc:chgData name="Bajaj, Utkarsh" userId="S::ubajaj@purdue.edu::65e9f734-f050-4456-9a74-fa9801290d81" providerId="AD" clId="Web-{F06C5FB3-DB7C-4123-86EE-9BDC02B653E5}" dt="2021-11-19T06:17:34.784" v="148" actId="20577"/>
        <pc:sldMkLst>
          <pc:docMk/>
          <pc:sldMk cId="3846680594" sldId="294"/>
        </pc:sldMkLst>
        <pc:spChg chg="mod">
          <ac:chgData name="Bajaj, Utkarsh" userId="S::ubajaj@purdue.edu::65e9f734-f050-4456-9a74-fa9801290d81" providerId="AD" clId="Web-{F06C5FB3-DB7C-4123-86EE-9BDC02B653E5}" dt="2021-11-19T06:17:31.174" v="147" actId="20577"/>
          <ac:spMkLst>
            <pc:docMk/>
            <pc:sldMk cId="3846680594" sldId="294"/>
            <ac:spMk id="25" creationId="{78F0EE8F-6211-694F-B4A8-976030C6367E}"/>
          </ac:spMkLst>
        </pc:spChg>
        <pc:spChg chg="mod">
          <ac:chgData name="Bajaj, Utkarsh" userId="S::ubajaj@purdue.edu::65e9f734-f050-4456-9a74-fa9801290d81" providerId="AD" clId="Web-{F06C5FB3-DB7C-4123-86EE-9BDC02B653E5}" dt="2021-11-19T06:17:34.784" v="148" actId="20577"/>
          <ac:spMkLst>
            <pc:docMk/>
            <pc:sldMk cId="3846680594" sldId="294"/>
            <ac:spMk id="26" creationId="{FC3CA203-8413-0647-8304-B803C891B17B}"/>
          </ac:spMkLst>
        </pc:spChg>
      </pc:sldChg>
      <pc:sldChg chg="addSp delSp modSp add replId">
        <pc:chgData name="Bajaj, Utkarsh" userId="S::ubajaj@purdue.edu::65e9f734-f050-4456-9a74-fa9801290d81" providerId="AD" clId="Web-{F06C5FB3-DB7C-4123-86EE-9BDC02B653E5}" dt="2021-11-19T06:51:47.422" v="187" actId="14100"/>
        <pc:sldMkLst>
          <pc:docMk/>
          <pc:sldMk cId="3802229368" sldId="358"/>
        </pc:sldMkLst>
        <pc:spChg chg="mod">
          <ac:chgData name="Bajaj, Utkarsh" userId="S::ubajaj@purdue.edu::65e9f734-f050-4456-9a74-fa9801290d81" providerId="AD" clId="Web-{F06C5FB3-DB7C-4123-86EE-9BDC02B653E5}" dt="2021-11-19T06:51:09.469" v="180" actId="20577"/>
          <ac:spMkLst>
            <pc:docMk/>
            <pc:sldMk cId="3802229368" sldId="358"/>
            <ac:spMk id="2" creationId="{1163498E-1962-4A14-96EE-23814E376B12}"/>
          </ac:spMkLst>
        </pc:spChg>
        <pc:spChg chg="del">
          <ac:chgData name="Bajaj, Utkarsh" userId="S::ubajaj@purdue.edu::65e9f734-f050-4456-9a74-fa9801290d81" providerId="AD" clId="Web-{F06C5FB3-DB7C-4123-86EE-9BDC02B653E5}" dt="2021-11-19T06:50:28.157" v="154"/>
          <ac:spMkLst>
            <pc:docMk/>
            <pc:sldMk cId="3802229368" sldId="358"/>
            <ac:spMk id="4" creationId="{36115AE9-8435-4A09-9C17-0CAD0A116466}"/>
          </ac:spMkLst>
        </pc:spChg>
        <pc:spChg chg="add del mod">
          <ac:chgData name="Bajaj, Utkarsh" userId="S::ubajaj@purdue.edu::65e9f734-f050-4456-9a74-fa9801290d81" providerId="AD" clId="Web-{F06C5FB3-DB7C-4123-86EE-9BDC02B653E5}" dt="2021-11-19T06:51:15.516" v="181"/>
          <ac:spMkLst>
            <pc:docMk/>
            <pc:sldMk cId="3802229368" sldId="358"/>
            <ac:spMk id="8" creationId="{E31CA56A-E5D5-49F9-81F9-D8E38A53298B}"/>
          </ac:spMkLst>
        </pc:spChg>
        <pc:spChg chg="del">
          <ac:chgData name="Bajaj, Utkarsh" userId="S::ubajaj@purdue.edu::65e9f734-f050-4456-9a74-fa9801290d81" providerId="AD" clId="Web-{F06C5FB3-DB7C-4123-86EE-9BDC02B653E5}" dt="2021-11-19T06:50:22.907" v="152"/>
          <ac:spMkLst>
            <pc:docMk/>
            <pc:sldMk cId="3802229368" sldId="358"/>
            <ac:spMk id="13" creationId="{716CCDF3-19BB-3847-B5A8-E5B3FA88AFC2}"/>
          </ac:spMkLst>
        </pc:spChg>
        <pc:picChg chg="del">
          <ac:chgData name="Bajaj, Utkarsh" userId="S::ubajaj@purdue.edu::65e9f734-f050-4456-9a74-fa9801290d81" providerId="AD" clId="Web-{F06C5FB3-DB7C-4123-86EE-9BDC02B653E5}" dt="2021-11-19T06:50:18.079" v="150"/>
          <ac:picMkLst>
            <pc:docMk/>
            <pc:sldMk cId="3802229368" sldId="358"/>
            <ac:picMk id="7" creationId="{2E774D11-41FF-4A98-9037-338E034BEFF4}"/>
          </ac:picMkLst>
        </pc:picChg>
        <pc:picChg chg="del">
          <ac:chgData name="Bajaj, Utkarsh" userId="S::ubajaj@purdue.edu::65e9f734-f050-4456-9a74-fa9801290d81" providerId="AD" clId="Web-{F06C5FB3-DB7C-4123-86EE-9BDC02B653E5}" dt="2021-11-19T06:50:24.907" v="153"/>
          <ac:picMkLst>
            <pc:docMk/>
            <pc:sldMk cId="3802229368" sldId="358"/>
            <ac:picMk id="9" creationId="{32FF6AE6-5D64-45F5-A96D-33CB3C2829A4}"/>
          </ac:picMkLst>
        </pc:picChg>
        <pc:picChg chg="add mod">
          <ac:chgData name="Bajaj, Utkarsh" userId="S::ubajaj@purdue.edu::65e9f734-f050-4456-9a74-fa9801290d81" providerId="AD" clId="Web-{F06C5FB3-DB7C-4123-86EE-9BDC02B653E5}" dt="2021-11-19T06:51:47.422" v="187" actId="14100"/>
          <ac:picMkLst>
            <pc:docMk/>
            <pc:sldMk cId="3802229368" sldId="358"/>
            <ac:picMk id="10" creationId="{5DF0BC5F-8A70-41DA-ACF2-76AC7B2AF340}"/>
          </ac:picMkLst>
        </pc:picChg>
        <pc:picChg chg="del">
          <ac:chgData name="Bajaj, Utkarsh" userId="S::ubajaj@purdue.edu::65e9f734-f050-4456-9a74-fa9801290d81" providerId="AD" clId="Web-{F06C5FB3-DB7C-4123-86EE-9BDC02B653E5}" dt="2021-11-19T06:50:20.407" v="151"/>
          <ac:picMkLst>
            <pc:docMk/>
            <pc:sldMk cId="3802229368" sldId="358"/>
            <ac:picMk id="11" creationId="{E64D9B9C-75A3-476E-98A8-3AD45097672B}"/>
          </ac:picMkLst>
        </pc:picChg>
      </pc:sldChg>
    </pc:docChg>
  </pc:docChgLst>
  <pc:docChgLst>
    <pc:chgData name="Priyal Vipul Vora" userId="S::vora17@purdue.edu::5171faa1-7a13-4afe-82ec-2aef27776605" providerId="AD" clId="Web-{1E8C5011-6362-4DB6-AA2F-5D2181170D6F}"/>
    <pc:docChg chg="modSld">
      <pc:chgData name="Priyal Vipul Vora" userId="S::vora17@purdue.edu::5171faa1-7a13-4afe-82ec-2aef27776605" providerId="AD" clId="Web-{1E8C5011-6362-4DB6-AA2F-5D2181170D6F}" dt="2021-11-19T12:25:02.663" v="2" actId="1076"/>
      <pc:docMkLst>
        <pc:docMk/>
      </pc:docMkLst>
      <pc:sldChg chg="addSp delSp modSp">
        <pc:chgData name="Priyal Vipul Vora" userId="S::vora17@purdue.edu::5171faa1-7a13-4afe-82ec-2aef27776605" providerId="AD" clId="Web-{1E8C5011-6362-4DB6-AA2F-5D2181170D6F}" dt="2021-11-19T12:25:02.663" v="2" actId="1076"/>
        <pc:sldMkLst>
          <pc:docMk/>
          <pc:sldMk cId="3846680594" sldId="294"/>
        </pc:sldMkLst>
        <pc:spChg chg="del">
          <ac:chgData name="Priyal Vipul Vora" userId="S::vora17@purdue.edu::5171faa1-7a13-4afe-82ec-2aef27776605" providerId="AD" clId="Web-{1E8C5011-6362-4DB6-AA2F-5D2181170D6F}" dt="2021-11-19T12:24:50.334" v="0"/>
          <ac:spMkLst>
            <pc:docMk/>
            <pc:sldMk cId="3846680594" sldId="294"/>
            <ac:spMk id="8" creationId="{9121B017-7D55-402D-95D5-5B214E24CFC4}"/>
          </ac:spMkLst>
        </pc:spChg>
        <pc:spChg chg="add mod">
          <ac:chgData name="Priyal Vipul Vora" userId="S::vora17@purdue.edu::5171faa1-7a13-4afe-82ec-2aef27776605" providerId="AD" clId="Web-{1E8C5011-6362-4DB6-AA2F-5D2181170D6F}" dt="2021-11-19T12:25:02.663" v="2" actId="1076"/>
          <ac:spMkLst>
            <pc:docMk/>
            <pc:sldMk cId="3846680594" sldId="294"/>
            <ac:spMk id="20" creationId="{E5D67D37-5873-48D8-BEB1-85B2DA19681C}"/>
          </ac:spMkLst>
        </pc:spChg>
      </pc:sldChg>
    </pc:docChg>
  </pc:docChgLst>
  <pc:docChgLst>
    <pc:chgData name="Priyal Vipul Vora" userId="S::vora17@purdue.edu::5171faa1-7a13-4afe-82ec-2aef27776605" providerId="AD" clId="Web-{80B06F96-4A1A-4C3A-B807-3F1E6E999ADC}"/>
    <pc:docChg chg="modSld">
      <pc:chgData name="Priyal Vipul Vora" userId="S::vora17@purdue.edu::5171faa1-7a13-4afe-82ec-2aef27776605" providerId="AD" clId="Web-{80B06F96-4A1A-4C3A-B807-3F1E6E999ADC}" dt="2021-11-19T05:15:29.083" v="83" actId="20577"/>
      <pc:docMkLst>
        <pc:docMk/>
      </pc:docMkLst>
      <pc:sldChg chg="modSp">
        <pc:chgData name="Priyal Vipul Vora" userId="S::vora17@purdue.edu::5171faa1-7a13-4afe-82ec-2aef27776605" providerId="AD" clId="Web-{80B06F96-4A1A-4C3A-B807-3F1E6E999ADC}" dt="2021-11-19T05:15:29.083" v="83" actId="20577"/>
        <pc:sldMkLst>
          <pc:docMk/>
          <pc:sldMk cId="1953427592" sldId="295"/>
        </pc:sldMkLst>
        <pc:spChg chg="mod">
          <ac:chgData name="Priyal Vipul Vora" userId="S::vora17@purdue.edu::5171faa1-7a13-4afe-82ec-2aef27776605" providerId="AD" clId="Web-{80B06F96-4A1A-4C3A-B807-3F1E6E999ADC}" dt="2021-11-19T05:15:29.083" v="83" actId="20577"/>
          <ac:spMkLst>
            <pc:docMk/>
            <pc:sldMk cId="1953427592" sldId="295"/>
            <ac:spMk id="20" creationId="{2A2162F9-F060-43F0-B7C5-89FB56F132F8}"/>
          </ac:spMkLst>
        </pc:spChg>
      </pc:sldChg>
    </pc:docChg>
  </pc:docChgLst>
  <pc:docChgLst>
    <pc:chgData name="Payal, Sushmita" userId="S::spayal@purdue.edu::3ab635c0-28d9-446a-bebe-f8e9c4a429ac" providerId="AD" clId="Web-{8D4364FD-24D7-4655-97F3-6567B6CB8C67}"/>
    <pc:docChg chg="modSld">
      <pc:chgData name="Payal, Sushmita" userId="S::spayal@purdue.edu::3ab635c0-28d9-446a-bebe-f8e9c4a429ac" providerId="AD" clId="Web-{8D4364FD-24D7-4655-97F3-6567B6CB8C67}" dt="2021-11-19T07:21:05.357" v="3"/>
      <pc:docMkLst>
        <pc:docMk/>
      </pc:docMkLst>
      <pc:sldChg chg="addSp delSp modSp">
        <pc:chgData name="Payal, Sushmita" userId="S::spayal@purdue.edu::3ab635c0-28d9-446a-bebe-f8e9c4a429ac" providerId="AD" clId="Web-{8D4364FD-24D7-4655-97F3-6567B6CB8C67}" dt="2021-11-19T07:21:05.357" v="3"/>
        <pc:sldMkLst>
          <pc:docMk/>
          <pc:sldMk cId="3846680594" sldId="294"/>
        </pc:sldMkLst>
        <pc:picChg chg="add del mod">
          <ac:chgData name="Payal, Sushmita" userId="S::spayal@purdue.edu::3ab635c0-28d9-446a-bebe-f8e9c4a429ac" providerId="AD" clId="Web-{8D4364FD-24D7-4655-97F3-6567B6CB8C67}" dt="2021-11-19T07:20:56.185" v="1"/>
          <ac:picMkLst>
            <pc:docMk/>
            <pc:sldMk cId="3846680594" sldId="294"/>
            <ac:picMk id="3" creationId="{904C102B-3F15-4E9D-97CB-C694D8954602}"/>
          </ac:picMkLst>
        </pc:picChg>
        <pc:picChg chg="add del mod">
          <ac:chgData name="Payal, Sushmita" userId="S::spayal@purdue.edu::3ab635c0-28d9-446a-bebe-f8e9c4a429ac" providerId="AD" clId="Web-{8D4364FD-24D7-4655-97F3-6567B6CB8C67}" dt="2021-11-19T07:21:05.357" v="3"/>
          <ac:picMkLst>
            <pc:docMk/>
            <pc:sldMk cId="3846680594" sldId="294"/>
            <ac:picMk id="8" creationId="{7CC2413D-A5AD-425F-AB7F-175C9050B3C3}"/>
          </ac:picMkLst>
        </pc:picChg>
      </pc:sldChg>
    </pc:docChg>
  </pc:docChgLst>
  <pc:docChgLst>
    <pc:chgData name="Payal, Sushmita" userId="S::spayal@purdue.edu::3ab635c0-28d9-446a-bebe-f8e9c4a429ac" providerId="AD" clId="Web-{D92340D1-EB26-4F9E-809E-8CFA8704D8C6}"/>
    <pc:docChg chg="addSld delSld modSld modSection">
      <pc:chgData name="Payal, Sushmita" userId="S::spayal@purdue.edu::3ab635c0-28d9-446a-bebe-f8e9c4a429ac" providerId="AD" clId="Web-{D92340D1-EB26-4F9E-809E-8CFA8704D8C6}" dt="2021-11-19T05:36:59.191" v="32" actId="20577"/>
      <pc:docMkLst>
        <pc:docMk/>
      </pc:docMkLst>
      <pc:sldChg chg="modSp">
        <pc:chgData name="Payal, Sushmita" userId="S::spayal@purdue.edu::3ab635c0-28d9-446a-bebe-f8e9c4a429ac" providerId="AD" clId="Web-{D92340D1-EB26-4F9E-809E-8CFA8704D8C6}" dt="2021-11-19T05:36:18.910" v="11" actId="14100"/>
        <pc:sldMkLst>
          <pc:docMk/>
          <pc:sldMk cId="1953427592" sldId="295"/>
        </pc:sldMkLst>
        <pc:spChg chg="mod">
          <ac:chgData name="Payal, Sushmita" userId="S::spayal@purdue.edu::3ab635c0-28d9-446a-bebe-f8e9c4a429ac" providerId="AD" clId="Web-{D92340D1-EB26-4F9E-809E-8CFA8704D8C6}" dt="2021-11-19T05:35:11.802" v="0"/>
          <ac:spMkLst>
            <pc:docMk/>
            <pc:sldMk cId="1953427592" sldId="295"/>
            <ac:spMk id="2" creationId="{91EDB4FE-91AC-5845-B48B-6CF3B8E1C495}"/>
          </ac:spMkLst>
        </pc:spChg>
        <pc:spChg chg="mod">
          <ac:chgData name="Payal, Sushmita" userId="S::spayal@purdue.edu::3ab635c0-28d9-446a-bebe-f8e9c4a429ac" providerId="AD" clId="Web-{D92340D1-EB26-4F9E-809E-8CFA8704D8C6}" dt="2021-11-19T05:35:40.708" v="5" actId="14100"/>
          <ac:spMkLst>
            <pc:docMk/>
            <pc:sldMk cId="1953427592" sldId="295"/>
            <ac:spMk id="17" creationId="{C727A7CB-8A59-4F08-8A5B-EEEFC0A15E8A}"/>
          </ac:spMkLst>
        </pc:spChg>
        <pc:spChg chg="mod">
          <ac:chgData name="Payal, Sushmita" userId="S::spayal@purdue.edu::3ab635c0-28d9-446a-bebe-f8e9c4a429ac" providerId="AD" clId="Web-{D92340D1-EB26-4F9E-809E-8CFA8704D8C6}" dt="2021-11-19T05:36:10.645" v="10" actId="14100"/>
          <ac:spMkLst>
            <pc:docMk/>
            <pc:sldMk cId="1953427592" sldId="295"/>
            <ac:spMk id="20" creationId="{2A2162F9-F060-43F0-B7C5-89FB56F132F8}"/>
          </ac:spMkLst>
        </pc:spChg>
        <pc:spChg chg="mod">
          <ac:chgData name="Payal, Sushmita" userId="S::spayal@purdue.edu::3ab635c0-28d9-446a-bebe-f8e9c4a429ac" providerId="AD" clId="Web-{D92340D1-EB26-4F9E-809E-8CFA8704D8C6}" dt="2021-11-19T05:35:47.786" v="6" actId="1076"/>
          <ac:spMkLst>
            <pc:docMk/>
            <pc:sldMk cId="1953427592" sldId="295"/>
            <ac:spMk id="22" creationId="{4724887E-18FC-4AD4-BAFB-45D94225BCA1}"/>
          </ac:spMkLst>
        </pc:spChg>
        <pc:picChg chg="mod">
          <ac:chgData name="Payal, Sushmita" userId="S::spayal@purdue.edu::3ab635c0-28d9-446a-bebe-f8e9c4a429ac" providerId="AD" clId="Web-{D92340D1-EB26-4F9E-809E-8CFA8704D8C6}" dt="2021-11-19T05:36:18.910" v="11" actId="14100"/>
          <ac:picMkLst>
            <pc:docMk/>
            <pc:sldMk cId="1953427592" sldId="295"/>
            <ac:picMk id="8" creationId="{570195A1-E3EC-4656-9376-AE97B8175B50}"/>
          </ac:picMkLst>
        </pc:picChg>
      </pc:sldChg>
      <pc:sldChg chg="del">
        <pc:chgData name="Payal, Sushmita" userId="S::spayal@purdue.edu::3ab635c0-28d9-446a-bebe-f8e9c4a429ac" providerId="AD" clId="Web-{D92340D1-EB26-4F9E-809E-8CFA8704D8C6}" dt="2021-11-19T05:36:32.644" v="12"/>
        <pc:sldMkLst>
          <pc:docMk/>
          <pc:sldMk cId="266583711" sldId="297"/>
        </pc:sldMkLst>
      </pc:sldChg>
      <pc:sldChg chg="del">
        <pc:chgData name="Payal, Sushmita" userId="S::spayal@purdue.edu::3ab635c0-28d9-446a-bebe-f8e9c4a429ac" providerId="AD" clId="Web-{D92340D1-EB26-4F9E-809E-8CFA8704D8C6}" dt="2021-11-19T05:36:36.722" v="14"/>
        <pc:sldMkLst>
          <pc:docMk/>
          <pc:sldMk cId="721458337" sldId="349"/>
        </pc:sldMkLst>
      </pc:sldChg>
      <pc:sldChg chg="del">
        <pc:chgData name="Payal, Sushmita" userId="S::spayal@purdue.edu::3ab635c0-28d9-446a-bebe-f8e9c4a429ac" providerId="AD" clId="Web-{D92340D1-EB26-4F9E-809E-8CFA8704D8C6}" dt="2021-11-19T05:36:34.926" v="13"/>
        <pc:sldMkLst>
          <pc:docMk/>
          <pc:sldMk cId="3441199080" sldId="350"/>
        </pc:sldMkLst>
      </pc:sldChg>
      <pc:sldChg chg="modSp new">
        <pc:chgData name="Payal, Sushmita" userId="S::spayal@purdue.edu::3ab635c0-28d9-446a-bebe-f8e9c4a429ac" providerId="AD" clId="Web-{D92340D1-EB26-4F9E-809E-8CFA8704D8C6}" dt="2021-11-19T05:36:59.191" v="32" actId="20577"/>
        <pc:sldMkLst>
          <pc:docMk/>
          <pc:sldMk cId="3011988996" sldId="354"/>
        </pc:sldMkLst>
        <pc:spChg chg="mod">
          <ac:chgData name="Payal, Sushmita" userId="S::spayal@purdue.edu::3ab635c0-28d9-446a-bebe-f8e9c4a429ac" providerId="AD" clId="Web-{D92340D1-EB26-4F9E-809E-8CFA8704D8C6}" dt="2021-11-19T05:36:59.191" v="32" actId="20577"/>
          <ac:spMkLst>
            <pc:docMk/>
            <pc:sldMk cId="3011988996" sldId="354"/>
            <ac:spMk id="2" creationId="{A04D72CC-88DE-44D9-BBF3-F51A14FFD386}"/>
          </ac:spMkLst>
        </pc:spChg>
      </pc:sldChg>
    </pc:docChg>
  </pc:docChgLst>
  <pc:docChgLst>
    <pc:chgData name="Bajaj, Utkarsh" userId="S::ubajaj@purdue.edu::65e9f734-f050-4456-9a74-fa9801290d81" providerId="AD" clId="Web-{29F5419A-B6C9-41D4-A258-7EB7EF0512FE}"/>
    <pc:docChg chg="modSld">
      <pc:chgData name="Bajaj, Utkarsh" userId="S::ubajaj@purdue.edu::65e9f734-f050-4456-9a74-fa9801290d81" providerId="AD" clId="Web-{29F5419A-B6C9-41D4-A258-7EB7EF0512FE}" dt="2021-11-19T08:17:25.472" v="76" actId="20577"/>
      <pc:docMkLst>
        <pc:docMk/>
      </pc:docMkLst>
      <pc:sldChg chg="addSp delSp modSp">
        <pc:chgData name="Bajaj, Utkarsh" userId="S::ubajaj@purdue.edu::65e9f734-f050-4456-9a74-fa9801290d81" providerId="AD" clId="Web-{29F5419A-B6C9-41D4-A258-7EB7EF0512FE}" dt="2021-11-19T08:17:25.472" v="76" actId="20577"/>
        <pc:sldMkLst>
          <pc:docMk/>
          <pc:sldMk cId="4145063299" sldId="269"/>
        </pc:sldMkLst>
        <pc:spChg chg="del">
          <ac:chgData name="Bajaj, Utkarsh" userId="S::ubajaj@purdue.edu::65e9f734-f050-4456-9a74-fa9801290d81" providerId="AD" clId="Web-{29F5419A-B6C9-41D4-A258-7EB7EF0512FE}" dt="2021-11-19T08:15:51.346" v="32"/>
          <ac:spMkLst>
            <pc:docMk/>
            <pc:sldMk cId="4145063299" sldId="269"/>
            <ac:spMk id="3" creationId="{040BF977-41B9-4741-9AD1-BADE3621EF6F}"/>
          </ac:spMkLst>
        </pc:spChg>
        <pc:spChg chg="add mod">
          <ac:chgData name="Bajaj, Utkarsh" userId="S::ubajaj@purdue.edu::65e9f734-f050-4456-9a74-fa9801290d81" providerId="AD" clId="Web-{29F5419A-B6C9-41D4-A258-7EB7EF0512FE}" dt="2021-11-19T08:17:25.472" v="76" actId="20577"/>
          <ac:spMkLst>
            <pc:docMk/>
            <pc:sldMk cId="4145063299" sldId="269"/>
            <ac:spMk id="8" creationId="{1B3290C7-B6C5-42E5-A003-4686003F1800}"/>
          </ac:spMkLst>
        </pc:spChg>
        <pc:picChg chg="mod">
          <ac:chgData name="Bajaj, Utkarsh" userId="S::ubajaj@purdue.edu::65e9f734-f050-4456-9a74-fa9801290d81" providerId="AD" clId="Web-{29F5419A-B6C9-41D4-A258-7EB7EF0512FE}" dt="2021-11-19T08:16:01.908" v="35" actId="1076"/>
          <ac:picMkLst>
            <pc:docMk/>
            <pc:sldMk cId="4145063299" sldId="269"/>
            <ac:picMk id="6" creationId="{16343FA5-59E5-492F-8E43-D6B92B055553}"/>
          </ac:picMkLst>
        </pc:picChg>
      </pc:sldChg>
      <pc:sldChg chg="delSp modSp">
        <pc:chgData name="Bajaj, Utkarsh" userId="S::ubajaj@purdue.edu::65e9f734-f050-4456-9a74-fa9801290d81" providerId="AD" clId="Web-{29F5419A-B6C9-41D4-A258-7EB7EF0512FE}" dt="2021-11-19T08:14:50.205" v="31" actId="20577"/>
        <pc:sldMkLst>
          <pc:docMk/>
          <pc:sldMk cId="2843729693" sldId="352"/>
        </pc:sldMkLst>
        <pc:spChg chg="mod">
          <ac:chgData name="Bajaj, Utkarsh" userId="S::ubajaj@purdue.edu::65e9f734-f050-4456-9a74-fa9801290d81" providerId="AD" clId="Web-{29F5419A-B6C9-41D4-A258-7EB7EF0512FE}" dt="2021-11-19T08:14:50.205" v="31" actId="20577"/>
          <ac:spMkLst>
            <pc:docMk/>
            <pc:sldMk cId="2843729693" sldId="352"/>
            <ac:spMk id="7" creationId="{A2833D23-F263-814C-BC60-7A8A1504FC77}"/>
          </ac:spMkLst>
        </pc:spChg>
        <pc:spChg chg="del">
          <ac:chgData name="Bajaj, Utkarsh" userId="S::ubajaj@purdue.edu::65e9f734-f050-4456-9a74-fa9801290d81" providerId="AD" clId="Web-{29F5419A-B6C9-41D4-A258-7EB7EF0512FE}" dt="2021-11-19T08:09:55.063" v="19"/>
          <ac:spMkLst>
            <pc:docMk/>
            <pc:sldMk cId="2843729693" sldId="352"/>
            <ac:spMk id="10" creationId="{548A6E32-4C66-4DDF-B1ED-B05782A259F2}"/>
          </ac:spMkLst>
        </pc:spChg>
      </pc:sldChg>
      <pc:sldChg chg="addSp delSp modSp">
        <pc:chgData name="Bajaj, Utkarsh" userId="S::ubajaj@purdue.edu::65e9f734-f050-4456-9a74-fa9801290d81" providerId="AD" clId="Web-{29F5419A-B6C9-41D4-A258-7EB7EF0512FE}" dt="2021-11-19T08:05:49.468" v="18" actId="1076"/>
        <pc:sldMkLst>
          <pc:docMk/>
          <pc:sldMk cId="3966661885" sldId="360"/>
        </pc:sldMkLst>
        <pc:spChg chg="del mod">
          <ac:chgData name="Bajaj, Utkarsh" userId="S::ubajaj@purdue.edu::65e9f734-f050-4456-9a74-fa9801290d81" providerId="AD" clId="Web-{29F5419A-B6C9-41D4-A258-7EB7EF0512FE}" dt="2021-11-19T08:03:28.014" v="3"/>
          <ac:spMkLst>
            <pc:docMk/>
            <pc:sldMk cId="3966661885" sldId="360"/>
            <ac:spMk id="13" creationId="{D9436639-36B1-A643-BEF0-E5FE6EE9F3FD}"/>
          </ac:spMkLst>
        </pc:spChg>
        <pc:spChg chg="del">
          <ac:chgData name="Bajaj, Utkarsh" userId="S::ubajaj@purdue.edu::65e9f734-f050-4456-9a74-fa9801290d81" providerId="AD" clId="Web-{29F5419A-B6C9-41D4-A258-7EB7EF0512FE}" dt="2021-11-19T08:03:30.718" v="4"/>
          <ac:spMkLst>
            <pc:docMk/>
            <pc:sldMk cId="3966661885" sldId="360"/>
            <ac:spMk id="16" creationId="{93AB8F2A-B9ED-4341-851E-FB34A3F9BAA1}"/>
          </ac:spMkLst>
        </pc:spChg>
        <pc:picChg chg="add mod modCrop">
          <ac:chgData name="Bajaj, Utkarsh" userId="S::ubajaj@purdue.edu::65e9f734-f050-4456-9a74-fa9801290d81" providerId="AD" clId="Web-{29F5419A-B6C9-41D4-A258-7EB7EF0512FE}" dt="2021-11-19T08:05:49.468" v="18" actId="1076"/>
          <ac:picMkLst>
            <pc:docMk/>
            <pc:sldMk cId="3966661885" sldId="360"/>
            <ac:picMk id="2" creationId="{0A8F6355-E9F7-4B33-9EBA-C70C1E22A2D4}"/>
          </ac:picMkLst>
        </pc:picChg>
        <pc:picChg chg="del">
          <ac:chgData name="Bajaj, Utkarsh" userId="S::ubajaj@purdue.edu::65e9f734-f050-4456-9a74-fa9801290d81" providerId="AD" clId="Web-{29F5419A-B6C9-41D4-A258-7EB7EF0512FE}" dt="2021-11-19T08:03:20.249" v="0"/>
          <ac:picMkLst>
            <pc:docMk/>
            <pc:sldMk cId="3966661885" sldId="360"/>
            <ac:picMk id="12" creationId="{A421D2AF-61EE-ED4B-A177-5F2341980327}"/>
          </ac:picMkLst>
        </pc:picChg>
        <pc:cxnChg chg="del">
          <ac:chgData name="Bajaj, Utkarsh" userId="S::ubajaj@purdue.edu::65e9f734-f050-4456-9a74-fa9801290d81" providerId="AD" clId="Web-{29F5419A-B6C9-41D4-A258-7EB7EF0512FE}" dt="2021-11-19T08:03:22.483" v="1"/>
          <ac:cxnSpMkLst>
            <pc:docMk/>
            <pc:sldMk cId="3966661885" sldId="360"/>
            <ac:cxnSpMk id="11" creationId="{D7E4B365-826B-3844-B481-7B6C62C89745}"/>
          </ac:cxnSpMkLst>
        </pc:cxnChg>
      </pc:sldChg>
    </pc:docChg>
  </pc:docChgLst>
  <pc:docChgLst>
    <pc:chgData name="Payal, Sushmita" userId="S::spayal@purdue.edu::3ab635c0-28d9-446a-bebe-f8e9c4a429ac" providerId="AD" clId="Web-{409BDB0B-F655-411A-B701-07245A3417E2}"/>
    <pc:docChg chg="addSld delSld modSld modSection">
      <pc:chgData name="Payal, Sushmita" userId="S::spayal@purdue.edu::3ab635c0-28d9-446a-bebe-f8e9c4a429ac" providerId="AD" clId="Web-{409BDB0B-F655-411A-B701-07245A3417E2}" dt="2021-11-19T07:15:14.097" v="1302" actId="1076"/>
      <pc:docMkLst>
        <pc:docMk/>
      </pc:docMkLst>
      <pc:sldChg chg="modSp">
        <pc:chgData name="Payal, Sushmita" userId="S::spayal@purdue.edu::3ab635c0-28d9-446a-bebe-f8e9c4a429ac" providerId="AD" clId="Web-{409BDB0B-F655-411A-B701-07245A3417E2}" dt="2021-11-19T06:34:15.777" v="980" actId="1076"/>
        <pc:sldMkLst>
          <pc:docMk/>
          <pc:sldMk cId="4145063299" sldId="269"/>
        </pc:sldMkLst>
        <pc:spChg chg="mod">
          <ac:chgData name="Payal, Sushmita" userId="S::spayal@purdue.edu::3ab635c0-28d9-446a-bebe-f8e9c4a429ac" providerId="AD" clId="Web-{409BDB0B-F655-411A-B701-07245A3417E2}" dt="2021-11-19T06:34:15.777" v="980" actId="1076"/>
          <ac:spMkLst>
            <pc:docMk/>
            <pc:sldMk cId="4145063299" sldId="269"/>
            <ac:spMk id="3" creationId="{040BF977-41B9-4741-9AD1-BADE3621EF6F}"/>
          </ac:spMkLst>
        </pc:spChg>
      </pc:sldChg>
      <pc:sldChg chg="modSp">
        <pc:chgData name="Payal, Sushmita" userId="S::spayal@purdue.edu::3ab635c0-28d9-446a-bebe-f8e9c4a429ac" providerId="AD" clId="Web-{409BDB0B-F655-411A-B701-07245A3417E2}" dt="2021-11-19T06:34:51.402" v="987" actId="20577"/>
        <pc:sldMkLst>
          <pc:docMk/>
          <pc:sldMk cId="1953427592" sldId="295"/>
        </pc:sldMkLst>
        <pc:spChg chg="mod">
          <ac:chgData name="Payal, Sushmita" userId="S::spayal@purdue.edu::3ab635c0-28d9-446a-bebe-f8e9c4a429ac" providerId="AD" clId="Web-{409BDB0B-F655-411A-B701-07245A3417E2}" dt="2021-11-19T06:34:51.402" v="987" actId="20577"/>
          <ac:spMkLst>
            <pc:docMk/>
            <pc:sldMk cId="1953427592" sldId="295"/>
            <ac:spMk id="17" creationId="{C727A7CB-8A59-4F08-8A5B-EEEFC0A15E8A}"/>
          </ac:spMkLst>
        </pc:spChg>
      </pc:sldChg>
      <pc:sldChg chg="del">
        <pc:chgData name="Payal, Sushmita" userId="S::spayal@purdue.edu::3ab635c0-28d9-446a-bebe-f8e9c4a429ac" providerId="AD" clId="Web-{409BDB0B-F655-411A-B701-07245A3417E2}" dt="2021-11-19T06:12:40.022" v="726"/>
        <pc:sldMkLst>
          <pc:docMk/>
          <pc:sldMk cId="897693849" sldId="296"/>
        </pc:sldMkLst>
      </pc:sldChg>
      <pc:sldChg chg="del">
        <pc:chgData name="Payal, Sushmita" userId="S::spayal@purdue.edu::3ab635c0-28d9-446a-bebe-f8e9c4a429ac" providerId="AD" clId="Web-{409BDB0B-F655-411A-B701-07245A3417E2}" dt="2021-11-19T06:25:26.446" v="944"/>
        <pc:sldMkLst>
          <pc:docMk/>
          <pc:sldMk cId="1182307036" sldId="346"/>
        </pc:sldMkLst>
      </pc:sldChg>
      <pc:sldChg chg="del">
        <pc:chgData name="Payal, Sushmita" userId="S::spayal@purdue.edu::3ab635c0-28d9-446a-bebe-f8e9c4a429ac" providerId="AD" clId="Web-{409BDB0B-F655-411A-B701-07245A3417E2}" dt="2021-11-19T06:25:24.306" v="943"/>
        <pc:sldMkLst>
          <pc:docMk/>
          <pc:sldMk cId="424271515" sldId="347"/>
        </pc:sldMkLst>
      </pc:sldChg>
      <pc:sldChg chg="delSp modSp">
        <pc:chgData name="Payal, Sushmita" userId="S::spayal@purdue.edu::3ab635c0-28d9-446a-bebe-f8e9c4a429ac" providerId="AD" clId="Web-{409BDB0B-F655-411A-B701-07245A3417E2}" dt="2021-11-19T06:07:27.146" v="723" actId="1076"/>
        <pc:sldMkLst>
          <pc:docMk/>
          <pc:sldMk cId="3011988996" sldId="354"/>
        </pc:sldMkLst>
        <pc:spChg chg="mod">
          <ac:chgData name="Payal, Sushmita" userId="S::spayal@purdue.edu::3ab635c0-28d9-446a-bebe-f8e9c4a429ac" providerId="AD" clId="Web-{409BDB0B-F655-411A-B701-07245A3417E2}" dt="2021-11-19T06:07:27.146" v="723" actId="1076"/>
          <ac:spMkLst>
            <pc:docMk/>
            <pc:sldMk cId="3011988996" sldId="354"/>
            <ac:spMk id="2" creationId="{A04D72CC-88DE-44D9-BBF3-F51A14FFD386}"/>
          </ac:spMkLst>
        </pc:spChg>
        <pc:spChg chg="del">
          <ac:chgData name="Payal, Sushmita" userId="S::spayal@purdue.edu::3ab635c0-28d9-446a-bebe-f8e9c4a429ac" providerId="AD" clId="Web-{409BDB0B-F655-411A-B701-07245A3417E2}" dt="2021-11-19T05:40:07.341" v="3"/>
          <ac:spMkLst>
            <pc:docMk/>
            <pc:sldMk cId="3011988996" sldId="354"/>
            <ac:spMk id="3" creationId="{46FFE49F-888D-41AD-AD2E-766060F8A78C}"/>
          </ac:spMkLst>
        </pc:spChg>
        <pc:spChg chg="mod">
          <ac:chgData name="Payal, Sushmita" userId="S::spayal@purdue.edu::3ab635c0-28d9-446a-bebe-f8e9c4a429ac" providerId="AD" clId="Web-{409BDB0B-F655-411A-B701-07245A3417E2}" dt="2021-11-19T05:49:27.936" v="459" actId="20577"/>
          <ac:spMkLst>
            <pc:docMk/>
            <pc:sldMk cId="3011988996" sldId="354"/>
            <ac:spMk id="4" creationId="{0D225519-A559-487C-BF14-A6047A887804}"/>
          </ac:spMkLst>
        </pc:spChg>
      </pc:sldChg>
      <pc:sldChg chg="addSp delSp modSp new">
        <pc:chgData name="Payal, Sushmita" userId="S::spayal@purdue.edu::3ab635c0-28d9-446a-bebe-f8e9c4a429ac" providerId="AD" clId="Web-{409BDB0B-F655-411A-B701-07245A3417E2}" dt="2021-11-19T06:37:35.465" v="1001" actId="1076"/>
        <pc:sldMkLst>
          <pc:docMk/>
          <pc:sldMk cId="3966110353" sldId="355"/>
        </pc:sldMkLst>
        <pc:spChg chg="mod">
          <ac:chgData name="Payal, Sushmita" userId="S::spayal@purdue.edu::3ab635c0-28d9-446a-bebe-f8e9c4a429ac" providerId="AD" clId="Web-{409BDB0B-F655-411A-B701-07245A3417E2}" dt="2021-11-19T06:26:36.353" v="948" actId="1076"/>
          <ac:spMkLst>
            <pc:docMk/>
            <pc:sldMk cId="3966110353" sldId="355"/>
            <ac:spMk id="2" creationId="{1AAC38EE-3333-4267-B8D9-0A90067357C3}"/>
          </ac:spMkLst>
        </pc:spChg>
        <pc:spChg chg="del">
          <ac:chgData name="Payal, Sushmita" userId="S::spayal@purdue.edu::3ab635c0-28d9-446a-bebe-f8e9c4a429ac" providerId="AD" clId="Web-{409BDB0B-F655-411A-B701-07245A3417E2}" dt="2021-11-19T05:50:23.124" v="477"/>
          <ac:spMkLst>
            <pc:docMk/>
            <pc:sldMk cId="3966110353" sldId="355"/>
            <ac:spMk id="3" creationId="{5C9D4520-0A87-425A-9A71-0A7DEAB4F8E5}"/>
          </ac:spMkLst>
        </pc:spChg>
        <pc:spChg chg="mod">
          <ac:chgData name="Payal, Sushmita" userId="S::spayal@purdue.edu::3ab635c0-28d9-446a-bebe-f8e9c4a429ac" providerId="AD" clId="Web-{409BDB0B-F655-411A-B701-07245A3417E2}" dt="2021-11-19T06:37:35.465" v="1001" actId="1076"/>
          <ac:spMkLst>
            <pc:docMk/>
            <pc:sldMk cId="3966110353" sldId="355"/>
            <ac:spMk id="4" creationId="{8C9C45E3-4359-46DB-A22C-265D2CCF623D}"/>
          </ac:spMkLst>
        </pc:spChg>
        <pc:spChg chg="add mod">
          <ac:chgData name="Payal, Sushmita" userId="S::spayal@purdue.edu::3ab635c0-28d9-446a-bebe-f8e9c4a429ac" providerId="AD" clId="Web-{409BDB0B-F655-411A-B701-07245A3417E2}" dt="2021-11-19T06:37:16.699" v="1000" actId="20577"/>
          <ac:spMkLst>
            <pc:docMk/>
            <pc:sldMk cId="3966110353" sldId="355"/>
            <ac:spMk id="8" creationId="{08010114-5A36-47E1-971C-71AE0E68F3BD}"/>
          </ac:spMkLst>
        </pc:spChg>
        <pc:picChg chg="add mod">
          <ac:chgData name="Payal, Sushmita" userId="S::spayal@purdue.edu::3ab635c0-28d9-446a-bebe-f8e9c4a429ac" providerId="AD" clId="Web-{409BDB0B-F655-411A-B701-07245A3417E2}" dt="2021-11-19T06:03:35.329" v="704" actId="1076"/>
          <ac:picMkLst>
            <pc:docMk/>
            <pc:sldMk cId="3966110353" sldId="355"/>
            <ac:picMk id="7" creationId="{0EE42A89-EC18-4C03-BA31-900A5F59D89F}"/>
          </ac:picMkLst>
        </pc:picChg>
        <pc:picChg chg="add mod">
          <ac:chgData name="Payal, Sushmita" userId="S::spayal@purdue.edu::3ab635c0-28d9-446a-bebe-f8e9c4a429ac" providerId="AD" clId="Web-{409BDB0B-F655-411A-B701-07245A3417E2}" dt="2021-11-19T06:37:01.090" v="994" actId="14100"/>
          <ac:picMkLst>
            <pc:docMk/>
            <pc:sldMk cId="3966110353" sldId="355"/>
            <ac:picMk id="9" creationId="{7462D55F-5E10-4F51-98E2-BD8F90412815}"/>
          </ac:picMkLst>
        </pc:picChg>
      </pc:sldChg>
      <pc:sldChg chg="addSp delSp modSp new">
        <pc:chgData name="Payal, Sushmita" userId="S::spayal@purdue.edu::3ab635c0-28d9-446a-bebe-f8e9c4a429ac" providerId="AD" clId="Web-{409BDB0B-F655-411A-B701-07245A3417E2}" dt="2021-11-19T07:15:14.097" v="1302" actId="1076"/>
        <pc:sldMkLst>
          <pc:docMk/>
          <pc:sldMk cId="3296519575" sldId="356"/>
        </pc:sldMkLst>
        <pc:spChg chg="mod">
          <ac:chgData name="Payal, Sushmita" userId="S::spayal@purdue.edu::3ab635c0-28d9-446a-bebe-f8e9c4a429ac" providerId="AD" clId="Web-{409BDB0B-F655-411A-B701-07245A3417E2}" dt="2021-11-19T06:26:11.587" v="945" actId="1076"/>
          <ac:spMkLst>
            <pc:docMk/>
            <pc:sldMk cId="3296519575" sldId="356"/>
            <ac:spMk id="2" creationId="{1163498E-1962-4A14-96EE-23814E376B12}"/>
          </ac:spMkLst>
        </pc:spChg>
        <pc:spChg chg="del">
          <ac:chgData name="Payal, Sushmita" userId="S::spayal@purdue.edu::3ab635c0-28d9-446a-bebe-f8e9c4a429ac" providerId="AD" clId="Web-{409BDB0B-F655-411A-B701-07245A3417E2}" dt="2021-11-19T06:12:59.835" v="744"/>
          <ac:spMkLst>
            <pc:docMk/>
            <pc:sldMk cId="3296519575" sldId="356"/>
            <ac:spMk id="3" creationId="{AFE0CEBE-8A56-4717-B3F1-93837093C3FA}"/>
          </ac:spMkLst>
        </pc:spChg>
        <pc:spChg chg="mod">
          <ac:chgData name="Payal, Sushmita" userId="S::spayal@purdue.edu::3ab635c0-28d9-446a-bebe-f8e9c4a429ac" providerId="AD" clId="Web-{409BDB0B-F655-411A-B701-07245A3417E2}" dt="2021-11-19T07:14:08.003" v="1293" actId="20577"/>
          <ac:spMkLst>
            <pc:docMk/>
            <pc:sldMk cId="3296519575" sldId="356"/>
            <ac:spMk id="4" creationId="{36115AE9-8435-4A09-9C17-0CAD0A116466}"/>
          </ac:spMkLst>
        </pc:spChg>
        <pc:spChg chg="del mod">
          <ac:chgData name="Payal, Sushmita" userId="S::spayal@purdue.edu::3ab635c0-28d9-446a-bebe-f8e9c4a429ac" providerId="AD" clId="Web-{409BDB0B-F655-411A-B701-07245A3417E2}" dt="2021-11-19T07:12:08.487" v="1252"/>
          <ac:spMkLst>
            <pc:docMk/>
            <pc:sldMk cId="3296519575" sldId="356"/>
            <ac:spMk id="13" creationId="{716CCDF3-19BB-3847-B5A8-E5B3FA88AFC2}"/>
          </ac:spMkLst>
        </pc:spChg>
        <pc:spChg chg="add mod">
          <ac:chgData name="Payal, Sushmita" userId="S::spayal@purdue.edu::3ab635c0-28d9-446a-bebe-f8e9c4a429ac" providerId="AD" clId="Web-{409BDB0B-F655-411A-B701-07245A3417E2}" dt="2021-11-19T07:14:17.972" v="1296" actId="14100"/>
          <ac:spMkLst>
            <pc:docMk/>
            <pc:sldMk cId="3296519575" sldId="356"/>
            <ac:spMk id="15" creationId="{E1194DC7-B9A1-4739-924A-5FAD0867150F}"/>
          </ac:spMkLst>
        </pc:spChg>
        <pc:picChg chg="add mod modCrop">
          <ac:chgData name="Payal, Sushmita" userId="S::spayal@purdue.edu::3ab635c0-28d9-446a-bebe-f8e9c4a429ac" providerId="AD" clId="Web-{409BDB0B-F655-411A-B701-07245A3417E2}" dt="2021-11-19T07:15:14.097" v="1302" actId="1076"/>
          <ac:picMkLst>
            <pc:docMk/>
            <pc:sldMk cId="3296519575" sldId="356"/>
            <ac:picMk id="7" creationId="{2E774D11-41FF-4A98-9037-338E034BEFF4}"/>
          </ac:picMkLst>
        </pc:picChg>
        <pc:picChg chg="add del mod">
          <ac:chgData name="Payal, Sushmita" userId="S::spayal@purdue.edu::3ab635c0-28d9-446a-bebe-f8e9c4a429ac" providerId="AD" clId="Web-{409BDB0B-F655-411A-B701-07245A3417E2}" dt="2021-11-19T06:17:54.711" v="913"/>
          <ac:picMkLst>
            <pc:docMk/>
            <pc:sldMk cId="3296519575" sldId="356"/>
            <ac:picMk id="8" creationId="{995FC1CD-DC8A-4E19-A38D-09E96E7FD1DB}"/>
          </ac:picMkLst>
        </pc:picChg>
        <pc:picChg chg="add mod">
          <ac:chgData name="Payal, Sushmita" userId="S::spayal@purdue.edu::3ab635c0-28d9-446a-bebe-f8e9c4a429ac" providerId="AD" clId="Web-{409BDB0B-F655-411A-B701-07245A3417E2}" dt="2021-11-19T07:14:31.831" v="1298" actId="14100"/>
          <ac:picMkLst>
            <pc:docMk/>
            <pc:sldMk cId="3296519575" sldId="356"/>
            <ac:picMk id="9" creationId="{32FF6AE6-5D64-45F5-A96D-33CB3C2829A4}"/>
          </ac:picMkLst>
        </pc:picChg>
        <pc:picChg chg="add del mod">
          <ac:chgData name="Payal, Sushmita" userId="S::spayal@purdue.edu::3ab635c0-28d9-446a-bebe-f8e9c4a429ac" providerId="AD" clId="Web-{409BDB0B-F655-411A-B701-07245A3417E2}" dt="2021-11-19T06:23:07.118" v="932"/>
          <ac:picMkLst>
            <pc:docMk/>
            <pc:sldMk cId="3296519575" sldId="356"/>
            <ac:picMk id="10" creationId="{3C62B256-5DAB-4CAB-AC68-E49BB88F7D66}"/>
          </ac:picMkLst>
        </pc:picChg>
        <pc:picChg chg="add mod">
          <ac:chgData name="Payal, Sushmita" userId="S::spayal@purdue.edu::3ab635c0-28d9-446a-bebe-f8e9c4a429ac" providerId="AD" clId="Web-{409BDB0B-F655-411A-B701-07245A3417E2}" dt="2021-11-19T07:14:24.269" v="1297" actId="1076"/>
          <ac:picMkLst>
            <pc:docMk/>
            <pc:sldMk cId="3296519575" sldId="356"/>
            <ac:picMk id="11" creationId="{E64D9B9C-75A3-476E-98A8-3AD45097672B}"/>
          </ac:picMkLst>
        </pc:picChg>
      </pc:sldChg>
      <pc:sldChg chg="addSp delSp modSp new">
        <pc:chgData name="Payal, Sushmita" userId="S::spayal@purdue.edu::3ab635c0-28d9-446a-bebe-f8e9c4a429ac" providerId="AD" clId="Web-{409BDB0B-F655-411A-B701-07245A3417E2}" dt="2021-11-19T07:10:30.190" v="1243" actId="1076"/>
        <pc:sldMkLst>
          <pc:docMk/>
          <pc:sldMk cId="1793900572" sldId="357"/>
        </pc:sldMkLst>
        <pc:spChg chg="mod">
          <ac:chgData name="Payal, Sushmita" userId="S::spayal@purdue.edu::3ab635c0-28d9-446a-bebe-f8e9c4a429ac" providerId="AD" clId="Web-{409BDB0B-F655-411A-B701-07245A3417E2}" dt="2021-11-19T06:47:34.904" v="1027" actId="20577"/>
          <ac:spMkLst>
            <pc:docMk/>
            <pc:sldMk cId="1793900572" sldId="357"/>
            <ac:spMk id="2" creationId="{60D86482-19DE-43DA-9827-DB8F71E0B354}"/>
          </ac:spMkLst>
        </pc:spChg>
        <pc:spChg chg="del">
          <ac:chgData name="Payal, Sushmita" userId="S::spayal@purdue.edu::3ab635c0-28d9-446a-bebe-f8e9c4a429ac" providerId="AD" clId="Web-{409BDB0B-F655-411A-B701-07245A3417E2}" dt="2021-11-19T06:42:35.607" v="1005"/>
          <ac:spMkLst>
            <pc:docMk/>
            <pc:sldMk cId="1793900572" sldId="357"/>
            <ac:spMk id="3" creationId="{C4D178A1-0FCA-4305-93C7-D1979AB01588}"/>
          </ac:spMkLst>
        </pc:spChg>
        <pc:spChg chg="mod">
          <ac:chgData name="Payal, Sushmita" userId="S::spayal@purdue.edu::3ab635c0-28d9-446a-bebe-f8e9c4a429ac" providerId="AD" clId="Web-{409BDB0B-F655-411A-B701-07245A3417E2}" dt="2021-11-19T07:06:34.189" v="1206" actId="20577"/>
          <ac:spMkLst>
            <pc:docMk/>
            <pc:sldMk cId="1793900572" sldId="357"/>
            <ac:spMk id="4" creationId="{26F9FD3B-74C7-4F51-8948-915AE87A2785}"/>
          </ac:spMkLst>
        </pc:spChg>
        <pc:spChg chg="add mod">
          <ac:chgData name="Payal, Sushmita" userId="S::spayal@purdue.edu::3ab635c0-28d9-446a-bebe-f8e9c4a429ac" providerId="AD" clId="Web-{409BDB0B-F655-411A-B701-07245A3417E2}" dt="2021-11-19T07:05:47.095" v="1178" actId="1076"/>
          <ac:spMkLst>
            <pc:docMk/>
            <pc:sldMk cId="1793900572" sldId="357"/>
            <ac:spMk id="10" creationId="{62197F9C-1209-4D11-9CF8-F5F102B52903}"/>
          </ac:spMkLst>
        </pc:spChg>
        <pc:spChg chg="add mod">
          <ac:chgData name="Payal, Sushmita" userId="S::spayal@purdue.edu::3ab635c0-28d9-446a-bebe-f8e9c4a429ac" providerId="AD" clId="Web-{409BDB0B-F655-411A-B701-07245A3417E2}" dt="2021-11-19T07:10:30.190" v="1243" actId="1076"/>
          <ac:spMkLst>
            <pc:docMk/>
            <pc:sldMk cId="1793900572" sldId="357"/>
            <ac:spMk id="11" creationId="{3834361C-5B92-4F5A-B98B-DE227F2FBEB2}"/>
          </ac:spMkLst>
        </pc:spChg>
        <pc:spChg chg="add mod">
          <ac:chgData name="Payal, Sushmita" userId="S::spayal@purdue.edu::3ab635c0-28d9-446a-bebe-f8e9c4a429ac" providerId="AD" clId="Web-{409BDB0B-F655-411A-B701-07245A3417E2}" dt="2021-11-19T07:10:19.565" v="1240" actId="1076"/>
          <ac:spMkLst>
            <pc:docMk/>
            <pc:sldMk cId="1793900572" sldId="357"/>
            <ac:spMk id="13" creationId="{5E4537DF-AE3F-4BD2-82BD-C434E7C2C73E}"/>
          </ac:spMkLst>
        </pc:spChg>
        <pc:picChg chg="add del mod">
          <ac:chgData name="Payal, Sushmita" userId="S::spayal@purdue.edu::3ab635c0-28d9-446a-bebe-f8e9c4a429ac" providerId="AD" clId="Web-{409BDB0B-F655-411A-B701-07245A3417E2}" dt="2021-11-19T06:57:11.422" v="1102"/>
          <ac:picMkLst>
            <pc:docMk/>
            <pc:sldMk cId="1793900572" sldId="357"/>
            <ac:picMk id="7" creationId="{F49410E5-123B-45C1-B4FA-E3B72F020298}"/>
          </ac:picMkLst>
        </pc:picChg>
        <pc:picChg chg="add mod">
          <ac:chgData name="Payal, Sushmita" userId="S::spayal@purdue.edu::3ab635c0-28d9-446a-bebe-f8e9c4a429ac" providerId="AD" clId="Web-{409BDB0B-F655-411A-B701-07245A3417E2}" dt="2021-11-19T07:10:24.049" v="1242" actId="14100"/>
          <ac:picMkLst>
            <pc:docMk/>
            <pc:sldMk cId="1793900572" sldId="357"/>
            <ac:picMk id="8" creationId="{94DB14BB-6551-4659-AFDB-A787422E1F75}"/>
          </ac:picMkLst>
        </pc:picChg>
        <pc:picChg chg="add mod">
          <ac:chgData name="Payal, Sushmita" userId="S::spayal@purdue.edu::3ab635c0-28d9-446a-bebe-f8e9c4a429ac" providerId="AD" clId="Web-{409BDB0B-F655-411A-B701-07245A3417E2}" dt="2021-11-19T07:05:30.533" v="1174" actId="1076"/>
          <ac:picMkLst>
            <pc:docMk/>
            <pc:sldMk cId="1793900572" sldId="357"/>
            <ac:picMk id="9" creationId="{67E0F01E-2B7D-4F98-83D5-10E17A2D85D1}"/>
          </ac:picMkLst>
        </pc:picChg>
        <pc:picChg chg="add mod modCrop">
          <ac:chgData name="Payal, Sushmita" userId="S::spayal@purdue.edu::3ab635c0-28d9-446a-bebe-f8e9c4a429ac" providerId="AD" clId="Web-{409BDB0B-F655-411A-B701-07245A3417E2}" dt="2021-11-19T07:06:36.501" v="1207" actId="1076"/>
          <ac:picMkLst>
            <pc:docMk/>
            <pc:sldMk cId="1793900572" sldId="357"/>
            <ac:picMk id="12" creationId="{E4E60A0D-1244-4649-971C-1F0215871D13}"/>
          </ac:picMkLst>
        </pc:picChg>
      </pc:sldChg>
      <pc:sldChg chg="new del">
        <pc:chgData name="Payal, Sushmita" userId="S::spayal@purdue.edu::3ab635c0-28d9-446a-bebe-f8e9c4a429ac" providerId="AD" clId="Web-{409BDB0B-F655-411A-B701-07245A3417E2}" dt="2021-11-19T06:42:29.435" v="1003"/>
        <pc:sldMkLst>
          <pc:docMk/>
          <pc:sldMk cId="2474249760" sldId="357"/>
        </pc:sldMkLst>
      </pc:sldChg>
    </pc:docChg>
  </pc:docChgLst>
  <pc:docChgLst>
    <pc:chgData name="Priyal Vora" userId="c47fc99f99abd40a" providerId="LiveId" clId="{691D7FA3-BF61-4476-A3A0-A1514C6174B9}"/>
    <pc:docChg chg="undo redo custSel addSld delSld modSld sldOrd delMainMaster modSection">
      <pc:chgData name="Priyal Vora" userId="c47fc99f99abd40a" providerId="LiveId" clId="{691D7FA3-BF61-4476-A3A0-A1514C6174B9}" dt="2021-12-17T23:37:48.920" v="1755" actId="20577"/>
      <pc:docMkLst>
        <pc:docMk/>
      </pc:docMkLst>
      <pc:sldChg chg="addSp delSp modSp add mod setBg delDesignElem">
        <pc:chgData name="Priyal Vora" userId="c47fc99f99abd40a" providerId="LiveId" clId="{691D7FA3-BF61-4476-A3A0-A1514C6174B9}" dt="2021-12-16T22:56:52.363" v="1468" actId="404"/>
        <pc:sldMkLst>
          <pc:docMk/>
          <pc:sldMk cId="2475805559" sldId="257"/>
        </pc:sldMkLst>
        <pc:spChg chg="del mod">
          <ac:chgData name="Priyal Vora" userId="c47fc99f99abd40a" providerId="LiveId" clId="{691D7FA3-BF61-4476-A3A0-A1514C6174B9}" dt="2021-12-16T22:55:01.795" v="1420" actId="21"/>
          <ac:spMkLst>
            <pc:docMk/>
            <pc:sldMk cId="2475805559" sldId="257"/>
            <ac:spMk id="2" creationId="{1C21E816-31F5-48BB-BD02-D15F2F18B48A}"/>
          </ac:spMkLst>
        </pc:spChg>
        <pc:spChg chg="add mod">
          <ac:chgData name="Priyal Vora" userId="c47fc99f99abd40a" providerId="LiveId" clId="{691D7FA3-BF61-4476-A3A0-A1514C6174B9}" dt="2021-12-16T22:55:05.377" v="1422" actId="20577"/>
          <ac:spMkLst>
            <pc:docMk/>
            <pc:sldMk cId="2475805559" sldId="257"/>
            <ac:spMk id="7" creationId="{489656E9-A511-4DE1-AD89-FD1DDFBC8A46}"/>
          </ac:spMkLst>
        </pc:spChg>
        <pc:spChg chg="add mod">
          <ac:chgData name="Priyal Vora" userId="c47fc99f99abd40a" providerId="LiveId" clId="{691D7FA3-BF61-4476-A3A0-A1514C6174B9}" dt="2021-12-16T22:56:52.363" v="1468" actId="404"/>
          <ac:spMkLst>
            <pc:docMk/>
            <pc:sldMk cId="2475805559" sldId="257"/>
            <ac:spMk id="14" creationId="{E98739E9-1644-4AD9-8602-822E35249DA4}"/>
          </ac:spMkLst>
        </pc:spChg>
        <pc:spChg chg="mod">
          <ac:chgData name="Priyal Vora" userId="c47fc99f99abd40a" providerId="LiveId" clId="{691D7FA3-BF61-4476-A3A0-A1514C6174B9}" dt="2021-12-16T22:55:58.205" v="1433" actId="207"/>
          <ac:spMkLst>
            <pc:docMk/>
            <pc:sldMk cId="2475805559" sldId="257"/>
            <ac:spMk id="42" creationId="{1DC4ECF5-B72F-43F2-8020-29FDD3306A1D}"/>
          </ac:spMkLst>
        </pc:spChg>
        <pc:spChg chg="del">
          <ac:chgData name="Priyal Vora" userId="c47fc99f99abd40a" providerId="LiveId" clId="{691D7FA3-BF61-4476-A3A0-A1514C6174B9}" dt="2021-12-16T21:45:44.954" v="8"/>
          <ac:spMkLst>
            <pc:docMk/>
            <pc:sldMk cId="2475805559" sldId="257"/>
            <ac:spMk id="12313" creationId="{26B4480E-B7FF-4481-890E-043A69AE6FE2}"/>
          </ac:spMkLst>
        </pc:spChg>
        <pc:grpChg chg="del">
          <ac:chgData name="Priyal Vora" userId="c47fc99f99abd40a" providerId="LiveId" clId="{691D7FA3-BF61-4476-A3A0-A1514C6174B9}" dt="2021-12-16T21:45:44.954" v="8"/>
          <ac:grpSpMkLst>
            <pc:docMk/>
            <pc:sldMk cId="2475805559" sldId="257"/>
            <ac:grpSpMk id="12314" creationId="{79394E1F-0B5F-497D-B2A6-8383A2A54834}"/>
          </ac:grpSpMkLst>
        </pc:grpChg>
        <pc:picChg chg="add mod">
          <ac:chgData name="Priyal Vora" userId="c47fc99f99abd40a" providerId="LiveId" clId="{691D7FA3-BF61-4476-A3A0-A1514C6174B9}" dt="2021-12-16T22:55:43.619" v="1432" actId="14100"/>
          <ac:picMkLst>
            <pc:docMk/>
            <pc:sldMk cId="2475805559" sldId="257"/>
            <ac:picMk id="4" creationId="{B6EAE8C2-E929-44C9-8AD8-86833D5E4A97}"/>
          </ac:picMkLst>
        </pc:picChg>
        <pc:picChg chg="mod">
          <ac:chgData name="Priyal Vora" userId="c47fc99f99abd40a" providerId="LiveId" clId="{691D7FA3-BF61-4476-A3A0-A1514C6174B9}" dt="2021-12-16T22:55:25.405" v="1429" actId="1038"/>
          <ac:picMkLst>
            <pc:docMk/>
            <pc:sldMk cId="2475805559" sldId="257"/>
            <ac:picMk id="12290" creationId="{BC130757-45D3-4984-A556-FF775969936F}"/>
          </ac:picMkLst>
        </pc:picChg>
      </pc:sldChg>
      <pc:sldChg chg="add del ord">
        <pc:chgData name="Priyal Vora" userId="c47fc99f99abd40a" providerId="LiveId" clId="{691D7FA3-BF61-4476-A3A0-A1514C6174B9}" dt="2021-12-16T21:57:39.489" v="351" actId="2696"/>
        <pc:sldMkLst>
          <pc:docMk/>
          <pc:sldMk cId="2586975261" sldId="259"/>
        </pc:sldMkLst>
      </pc:sldChg>
      <pc:sldChg chg="add del">
        <pc:chgData name="Priyal Vora" userId="c47fc99f99abd40a" providerId="LiveId" clId="{691D7FA3-BF61-4476-A3A0-A1514C6174B9}" dt="2021-12-16T22:40:39.886" v="1101" actId="47"/>
        <pc:sldMkLst>
          <pc:docMk/>
          <pc:sldMk cId="4245148065" sldId="268"/>
        </pc:sldMkLst>
      </pc:sldChg>
      <pc:sldChg chg="addSp delSp modSp del mod">
        <pc:chgData name="Priyal Vora" userId="c47fc99f99abd40a" providerId="LiveId" clId="{691D7FA3-BF61-4476-A3A0-A1514C6174B9}" dt="2021-12-16T21:45:58.836" v="9" actId="47"/>
        <pc:sldMkLst>
          <pc:docMk/>
          <pc:sldMk cId="4145063299" sldId="269"/>
        </pc:sldMkLst>
        <pc:spChg chg="del mod">
          <ac:chgData name="Priyal Vora" userId="c47fc99f99abd40a" providerId="LiveId" clId="{691D7FA3-BF61-4476-A3A0-A1514C6174B9}" dt="2021-12-16T21:44:56.256" v="2" actId="21"/>
          <ac:spMkLst>
            <pc:docMk/>
            <pc:sldMk cId="4145063299" sldId="269"/>
            <ac:spMk id="2" creationId="{3CB62EA1-7116-BF42-8437-9E04958ED88F}"/>
          </ac:spMkLst>
        </pc:spChg>
        <pc:picChg chg="del">
          <ac:chgData name="Priyal Vora" userId="c47fc99f99abd40a" providerId="LiveId" clId="{691D7FA3-BF61-4476-A3A0-A1514C6174B9}" dt="2021-12-16T21:44:44.818" v="0" actId="478"/>
          <ac:picMkLst>
            <pc:docMk/>
            <pc:sldMk cId="4145063299" sldId="269"/>
            <ac:picMk id="6" creationId="{16343FA5-59E5-492F-8E43-D6B92B055553}"/>
          </ac:picMkLst>
        </pc:picChg>
        <pc:picChg chg="add mod">
          <ac:chgData name="Priyal Vora" userId="c47fc99f99abd40a" providerId="LiveId" clId="{691D7FA3-BF61-4476-A3A0-A1514C6174B9}" dt="2021-12-16T21:45:19.426" v="6" actId="1076"/>
          <ac:picMkLst>
            <pc:docMk/>
            <pc:sldMk cId="4145063299" sldId="269"/>
            <ac:picMk id="7" creationId="{2A6173E4-210A-43F0-8FE0-997FB9809F6D}"/>
          </ac:picMkLst>
        </pc:picChg>
      </pc:sldChg>
      <pc:sldChg chg="addSp delSp modSp add del mod">
        <pc:chgData name="Priyal Vora" userId="c47fc99f99abd40a" providerId="LiveId" clId="{691D7FA3-BF61-4476-A3A0-A1514C6174B9}" dt="2021-12-16T21:56:52.754" v="347" actId="1076"/>
        <pc:sldMkLst>
          <pc:docMk/>
          <pc:sldMk cId="3941997415" sldId="290"/>
        </pc:sldMkLst>
        <pc:spChg chg="mod">
          <ac:chgData name="Priyal Vora" userId="c47fc99f99abd40a" providerId="LiveId" clId="{691D7FA3-BF61-4476-A3A0-A1514C6174B9}" dt="2021-12-16T21:56:52.754" v="347" actId="1076"/>
          <ac:spMkLst>
            <pc:docMk/>
            <pc:sldMk cId="3941997415" sldId="290"/>
            <ac:spMk id="4" creationId="{F93E8E77-5D29-4D74-8652-AFAF1D4CB65F}"/>
          </ac:spMkLst>
        </pc:spChg>
        <pc:picChg chg="add mod">
          <ac:chgData name="Priyal Vora" userId="c47fc99f99abd40a" providerId="LiveId" clId="{691D7FA3-BF61-4476-A3A0-A1514C6174B9}" dt="2021-12-16T21:54:24.680" v="222" actId="1076"/>
          <ac:picMkLst>
            <pc:docMk/>
            <pc:sldMk cId="3941997415" sldId="290"/>
            <ac:picMk id="7" creationId="{46DA7B48-5E3C-4475-858C-7D46599BF22F}"/>
          </ac:picMkLst>
        </pc:picChg>
        <pc:picChg chg="del">
          <ac:chgData name="Priyal Vora" userId="c47fc99f99abd40a" providerId="LiveId" clId="{691D7FA3-BF61-4476-A3A0-A1514C6174B9}" dt="2021-12-16T21:52:31.486" v="217" actId="478"/>
          <ac:picMkLst>
            <pc:docMk/>
            <pc:sldMk cId="3941997415" sldId="290"/>
            <ac:picMk id="9" creationId="{13948669-1F8B-4A5A-904B-E198E1E1CF7C}"/>
          </ac:picMkLst>
        </pc:picChg>
      </pc:sldChg>
      <pc:sldChg chg="addSp delSp modSp mod">
        <pc:chgData name="Priyal Vora" userId="c47fc99f99abd40a" providerId="LiveId" clId="{691D7FA3-BF61-4476-A3A0-A1514C6174B9}" dt="2021-12-16T22:50:37.928" v="1243" actId="14100"/>
        <pc:sldMkLst>
          <pc:docMk/>
          <pc:sldMk cId="3846680594" sldId="294"/>
        </pc:sldMkLst>
        <pc:spChg chg="del">
          <ac:chgData name="Priyal Vora" userId="c47fc99f99abd40a" providerId="LiveId" clId="{691D7FA3-BF61-4476-A3A0-A1514C6174B9}" dt="2021-12-16T21:50:41.199" v="213" actId="478"/>
          <ac:spMkLst>
            <pc:docMk/>
            <pc:sldMk cId="3846680594" sldId="294"/>
            <ac:spMk id="9" creationId="{433A9D98-C05B-4640-A8B3-F56543409B96}"/>
          </ac:spMkLst>
        </pc:spChg>
        <pc:spChg chg="del">
          <ac:chgData name="Priyal Vora" userId="c47fc99f99abd40a" providerId="LiveId" clId="{691D7FA3-BF61-4476-A3A0-A1514C6174B9}" dt="2021-12-16T21:50:06.443" v="208" actId="478"/>
          <ac:spMkLst>
            <pc:docMk/>
            <pc:sldMk cId="3846680594" sldId="294"/>
            <ac:spMk id="11" creationId="{AEE0D7B5-2A69-144F-85F3-373D708CCAFC}"/>
          </ac:spMkLst>
        </pc:spChg>
        <pc:spChg chg="mod">
          <ac:chgData name="Priyal Vora" userId="c47fc99f99abd40a" providerId="LiveId" clId="{691D7FA3-BF61-4476-A3A0-A1514C6174B9}" dt="2021-12-16T21:49:41.860" v="192" actId="20577"/>
          <ac:spMkLst>
            <pc:docMk/>
            <pc:sldMk cId="3846680594" sldId="294"/>
            <ac:spMk id="12" creationId="{1C26892E-7129-E044-921A-8F4EAF9F1932}"/>
          </ac:spMkLst>
        </pc:spChg>
        <pc:spChg chg="mod">
          <ac:chgData name="Priyal Vora" userId="c47fc99f99abd40a" providerId="LiveId" clId="{691D7FA3-BF61-4476-A3A0-A1514C6174B9}" dt="2021-12-16T21:49:13.801" v="140" actId="20577"/>
          <ac:spMkLst>
            <pc:docMk/>
            <pc:sldMk cId="3846680594" sldId="294"/>
            <ac:spMk id="13" creationId="{36F7C3A6-F54C-704D-AFD5-D2D247525E2C}"/>
          </ac:spMkLst>
        </pc:spChg>
        <pc:spChg chg="del">
          <ac:chgData name="Priyal Vora" userId="c47fc99f99abd40a" providerId="LiveId" clId="{691D7FA3-BF61-4476-A3A0-A1514C6174B9}" dt="2021-12-16T21:50:42.544" v="214" actId="478"/>
          <ac:spMkLst>
            <pc:docMk/>
            <pc:sldMk cId="3846680594" sldId="294"/>
            <ac:spMk id="16" creationId="{C679CE0A-E5CD-2341-A6E8-15521BDFA128}"/>
          </ac:spMkLst>
        </pc:spChg>
        <pc:spChg chg="mod">
          <ac:chgData name="Priyal Vora" userId="c47fc99f99abd40a" providerId="LiveId" clId="{691D7FA3-BF61-4476-A3A0-A1514C6174B9}" dt="2021-12-16T21:49:35.910" v="180" actId="20577"/>
          <ac:spMkLst>
            <pc:docMk/>
            <pc:sldMk cId="3846680594" sldId="294"/>
            <ac:spMk id="17" creationId="{D23B52D7-A019-454D-8DB6-71996D09B6C1}"/>
          </ac:spMkLst>
        </pc:spChg>
        <pc:spChg chg="mod">
          <ac:chgData name="Priyal Vora" userId="c47fc99f99abd40a" providerId="LiveId" clId="{691D7FA3-BF61-4476-A3A0-A1514C6174B9}" dt="2021-12-16T21:49:30.098" v="167" actId="20577"/>
          <ac:spMkLst>
            <pc:docMk/>
            <pc:sldMk cId="3846680594" sldId="294"/>
            <ac:spMk id="24" creationId="{DBF5BE48-9AB5-9945-BF7C-6A576477A59F}"/>
          </ac:spMkLst>
        </pc:spChg>
        <pc:spChg chg="mod">
          <ac:chgData name="Priyal Vora" userId="c47fc99f99abd40a" providerId="LiveId" clId="{691D7FA3-BF61-4476-A3A0-A1514C6174B9}" dt="2021-12-16T21:49:50.484" v="205" actId="14100"/>
          <ac:spMkLst>
            <pc:docMk/>
            <pc:sldMk cId="3846680594" sldId="294"/>
            <ac:spMk id="26" creationId="{FC3CA203-8413-0647-8304-B803C891B17B}"/>
          </ac:spMkLst>
        </pc:spChg>
        <pc:picChg chg="mod">
          <ac:chgData name="Priyal Vora" userId="c47fc99f99abd40a" providerId="LiveId" clId="{691D7FA3-BF61-4476-A3A0-A1514C6174B9}" dt="2021-12-16T22:17:01.081" v="608" actId="1076"/>
          <ac:picMkLst>
            <pc:docMk/>
            <pc:sldMk cId="3846680594" sldId="294"/>
            <ac:picMk id="8" creationId="{52A031EB-CD91-47C8-9137-3067C7594E2E}"/>
          </ac:picMkLst>
        </pc:picChg>
        <pc:picChg chg="add mod">
          <ac:chgData name="Priyal Vora" userId="c47fc99f99abd40a" providerId="LiveId" clId="{691D7FA3-BF61-4476-A3A0-A1514C6174B9}" dt="2021-12-16T22:46:42.344" v="1226" actId="1076"/>
          <ac:picMkLst>
            <pc:docMk/>
            <pc:sldMk cId="3846680594" sldId="294"/>
            <ac:picMk id="10" creationId="{2A4DA553-D9CD-4C48-BBCA-29CAD3A66483}"/>
          </ac:picMkLst>
        </pc:picChg>
        <pc:picChg chg="add mod">
          <ac:chgData name="Priyal Vora" userId="c47fc99f99abd40a" providerId="LiveId" clId="{691D7FA3-BF61-4476-A3A0-A1514C6174B9}" dt="2021-12-16T22:50:37.928" v="1243" actId="14100"/>
          <ac:picMkLst>
            <pc:docMk/>
            <pc:sldMk cId="3846680594" sldId="294"/>
            <ac:picMk id="18" creationId="{E900DE41-552E-4348-9396-CDD925B1DBB4}"/>
          </ac:picMkLst>
        </pc:picChg>
        <pc:picChg chg="add mod">
          <ac:chgData name="Priyal Vora" userId="c47fc99f99abd40a" providerId="LiveId" clId="{691D7FA3-BF61-4476-A3A0-A1514C6174B9}" dt="2021-12-16T21:50:33.725" v="212" actId="1076"/>
          <ac:picMkLst>
            <pc:docMk/>
            <pc:sldMk cId="3846680594" sldId="294"/>
            <ac:picMk id="19" creationId="{130BA3E4-0CF4-4563-BA91-4C85A1869608}"/>
          </ac:picMkLst>
        </pc:picChg>
      </pc:sldChg>
      <pc:sldChg chg="addSp delSp modSp mod">
        <pc:chgData name="Priyal Vora" userId="c47fc99f99abd40a" providerId="LiveId" clId="{691D7FA3-BF61-4476-A3A0-A1514C6174B9}" dt="2021-12-16T22:53:25.061" v="1406" actId="20577"/>
        <pc:sldMkLst>
          <pc:docMk/>
          <pc:sldMk cId="1953427592" sldId="295"/>
        </pc:sldMkLst>
        <pc:spChg chg="mod">
          <ac:chgData name="Priyal Vora" userId="c47fc99f99abd40a" providerId="LiveId" clId="{691D7FA3-BF61-4476-A3A0-A1514C6174B9}" dt="2021-12-16T22:22:07.317" v="751" actId="20577"/>
          <ac:spMkLst>
            <pc:docMk/>
            <pc:sldMk cId="1953427592" sldId="295"/>
            <ac:spMk id="2" creationId="{91EDB4FE-91AC-5845-B48B-6CF3B8E1C495}"/>
          </ac:spMkLst>
        </pc:spChg>
        <pc:spChg chg="add del mod">
          <ac:chgData name="Priyal Vora" userId="c47fc99f99abd40a" providerId="LiveId" clId="{691D7FA3-BF61-4476-A3A0-A1514C6174B9}" dt="2021-12-16T22:23:39.994" v="765" actId="478"/>
          <ac:spMkLst>
            <pc:docMk/>
            <pc:sldMk cId="1953427592" sldId="295"/>
            <ac:spMk id="12" creationId="{2C37A880-4B2C-41C8-95F0-2B8A2B70077D}"/>
          </ac:spMkLst>
        </pc:spChg>
        <pc:spChg chg="add mod">
          <ac:chgData name="Priyal Vora" userId="c47fc99f99abd40a" providerId="LiveId" clId="{691D7FA3-BF61-4476-A3A0-A1514C6174B9}" dt="2021-12-16T22:28:33.702" v="860" actId="1035"/>
          <ac:spMkLst>
            <pc:docMk/>
            <pc:sldMk cId="1953427592" sldId="295"/>
            <ac:spMk id="16" creationId="{72EC5C39-427B-4488-A07F-89B199A75561}"/>
          </ac:spMkLst>
        </pc:spChg>
        <pc:spChg chg="del">
          <ac:chgData name="Priyal Vora" userId="c47fc99f99abd40a" providerId="LiveId" clId="{691D7FA3-BF61-4476-A3A0-A1514C6174B9}" dt="2021-12-16T22:22:59.859" v="757" actId="478"/>
          <ac:spMkLst>
            <pc:docMk/>
            <pc:sldMk cId="1953427592" sldId="295"/>
            <ac:spMk id="17" creationId="{C727A7CB-8A59-4F08-8A5B-EEEFC0A15E8A}"/>
          </ac:spMkLst>
        </pc:spChg>
        <pc:spChg chg="del">
          <ac:chgData name="Priyal Vora" userId="c47fc99f99abd40a" providerId="LiveId" clId="{691D7FA3-BF61-4476-A3A0-A1514C6174B9}" dt="2021-12-16T22:22:52.611" v="756" actId="478"/>
          <ac:spMkLst>
            <pc:docMk/>
            <pc:sldMk cId="1953427592" sldId="295"/>
            <ac:spMk id="19" creationId="{358DDB23-398B-4CDF-8C3F-2668185AF3F8}"/>
          </ac:spMkLst>
        </pc:spChg>
        <pc:spChg chg="mod">
          <ac:chgData name="Priyal Vora" userId="c47fc99f99abd40a" providerId="LiveId" clId="{691D7FA3-BF61-4476-A3A0-A1514C6174B9}" dt="2021-12-16T22:53:25.061" v="1406" actId="20577"/>
          <ac:spMkLst>
            <pc:docMk/>
            <pc:sldMk cId="1953427592" sldId="295"/>
            <ac:spMk id="20" creationId="{2A2162F9-F060-43F0-B7C5-89FB56F132F8}"/>
          </ac:spMkLst>
        </pc:spChg>
        <pc:spChg chg="del">
          <ac:chgData name="Priyal Vora" userId="c47fc99f99abd40a" providerId="LiveId" clId="{691D7FA3-BF61-4476-A3A0-A1514C6174B9}" dt="2021-12-16T22:23:16.241" v="759" actId="478"/>
          <ac:spMkLst>
            <pc:docMk/>
            <pc:sldMk cId="1953427592" sldId="295"/>
            <ac:spMk id="22" creationId="{4724887E-18FC-4AD4-BAFB-45D94225BCA1}"/>
          </ac:spMkLst>
        </pc:spChg>
        <pc:picChg chg="del">
          <ac:chgData name="Priyal Vora" userId="c47fc99f99abd40a" providerId="LiveId" clId="{691D7FA3-BF61-4476-A3A0-A1514C6174B9}" dt="2021-12-16T22:22:50.175" v="755" actId="478"/>
          <ac:picMkLst>
            <pc:docMk/>
            <pc:sldMk cId="1953427592" sldId="295"/>
            <ac:picMk id="4" creationId="{610C23E2-5A9D-4A4E-A0E7-7E1298837ECA}"/>
          </ac:picMkLst>
        </pc:picChg>
        <pc:picChg chg="add mod">
          <ac:chgData name="Priyal Vora" userId="c47fc99f99abd40a" providerId="LiveId" clId="{691D7FA3-BF61-4476-A3A0-A1514C6174B9}" dt="2021-12-16T22:27:36.760" v="849" actId="1076"/>
          <ac:picMkLst>
            <pc:docMk/>
            <pc:sldMk cId="1953427592" sldId="295"/>
            <ac:picMk id="7" creationId="{1AB6BD9F-CF16-4422-9767-C390697EE36F}"/>
          </ac:picMkLst>
        </pc:picChg>
        <pc:picChg chg="del mod">
          <ac:chgData name="Priyal Vora" userId="c47fc99f99abd40a" providerId="LiveId" clId="{691D7FA3-BF61-4476-A3A0-A1514C6174B9}" dt="2021-12-16T22:23:19.024" v="760" actId="478"/>
          <ac:picMkLst>
            <pc:docMk/>
            <pc:sldMk cId="1953427592" sldId="295"/>
            <ac:picMk id="8" creationId="{570195A1-E3EC-4656-9376-AE97B8175B50}"/>
          </ac:picMkLst>
        </pc:picChg>
        <pc:picChg chg="add mod">
          <ac:chgData name="Priyal Vora" userId="c47fc99f99abd40a" providerId="LiveId" clId="{691D7FA3-BF61-4476-A3A0-A1514C6174B9}" dt="2021-12-16T22:28:17.043" v="857" actId="1076"/>
          <ac:picMkLst>
            <pc:docMk/>
            <pc:sldMk cId="1953427592" sldId="295"/>
            <ac:picMk id="11" creationId="{9BF3F5E2-A266-4899-A68C-F98E2E379E11}"/>
          </ac:picMkLst>
        </pc:picChg>
        <pc:picChg chg="add del mod">
          <ac:chgData name="Priyal Vora" userId="c47fc99f99abd40a" providerId="LiveId" clId="{691D7FA3-BF61-4476-A3A0-A1514C6174B9}" dt="2021-12-16T22:27:15.104" v="846" actId="478"/>
          <ac:picMkLst>
            <pc:docMk/>
            <pc:sldMk cId="1953427592" sldId="295"/>
            <ac:picMk id="13" creationId="{B2C8F22D-FB80-44E0-A50C-71218FD0159E}"/>
          </ac:picMkLst>
        </pc:picChg>
      </pc:sldChg>
      <pc:sldChg chg="add del">
        <pc:chgData name="Priyal Vora" userId="c47fc99f99abd40a" providerId="LiveId" clId="{691D7FA3-BF61-4476-A3A0-A1514C6174B9}" dt="2021-12-16T22:21:36.564" v="703" actId="47"/>
        <pc:sldMkLst>
          <pc:docMk/>
          <pc:sldMk cId="2230372778" sldId="321"/>
        </pc:sldMkLst>
      </pc:sldChg>
      <pc:sldChg chg="del">
        <pc:chgData name="Priyal Vora" userId="c47fc99f99abd40a" providerId="LiveId" clId="{691D7FA3-BF61-4476-A3A0-A1514C6174B9}" dt="2021-12-16T22:37:07.219" v="1007" actId="47"/>
        <pc:sldMkLst>
          <pc:docMk/>
          <pc:sldMk cId="1877628305" sldId="351"/>
        </pc:sldMkLst>
      </pc:sldChg>
      <pc:sldChg chg="del">
        <pc:chgData name="Priyal Vora" userId="c47fc99f99abd40a" providerId="LiveId" clId="{691D7FA3-BF61-4476-A3A0-A1514C6174B9}" dt="2021-12-16T22:37:07.219" v="1007" actId="47"/>
        <pc:sldMkLst>
          <pc:docMk/>
          <pc:sldMk cId="2843729693" sldId="352"/>
        </pc:sldMkLst>
      </pc:sldChg>
      <pc:sldChg chg="addSp delSp modSp del mod">
        <pc:chgData name="Priyal Vora" userId="c47fc99f99abd40a" providerId="LiveId" clId="{691D7FA3-BF61-4476-A3A0-A1514C6174B9}" dt="2021-12-16T22:30:15.728" v="867" actId="2696"/>
        <pc:sldMkLst>
          <pc:docMk/>
          <pc:sldMk cId="2865327918" sldId="353"/>
        </pc:sldMkLst>
        <pc:spChg chg="del">
          <ac:chgData name="Priyal Vora" userId="c47fc99f99abd40a" providerId="LiveId" clId="{691D7FA3-BF61-4476-A3A0-A1514C6174B9}" dt="2021-12-16T22:30:05.291" v="865" actId="478"/>
          <ac:spMkLst>
            <pc:docMk/>
            <pc:sldMk cId="2865327918" sldId="353"/>
            <ac:spMk id="18" creationId="{299ECA0C-6F44-054B-B4B1-1A4641F72E3E}"/>
          </ac:spMkLst>
        </pc:spChg>
        <pc:spChg chg="del">
          <ac:chgData name="Priyal Vora" userId="c47fc99f99abd40a" providerId="LiveId" clId="{691D7FA3-BF61-4476-A3A0-A1514C6174B9}" dt="2021-12-16T22:30:07.872" v="866" actId="478"/>
          <ac:spMkLst>
            <pc:docMk/>
            <pc:sldMk cId="2865327918" sldId="353"/>
            <ac:spMk id="22" creationId="{5EBC0E57-6A88-2F4A-AB09-A75329C8C52B}"/>
          </ac:spMkLst>
        </pc:spChg>
        <pc:spChg chg="add mod">
          <ac:chgData name="Priyal Vora" userId="c47fc99f99abd40a" providerId="LiveId" clId="{691D7FA3-BF61-4476-A3A0-A1514C6174B9}" dt="2021-12-16T22:30:01.572" v="864"/>
          <ac:spMkLst>
            <pc:docMk/>
            <pc:sldMk cId="2865327918" sldId="353"/>
            <ac:spMk id="34" creationId="{16AC7B86-476D-42D8-9BD0-D4D6866FE106}"/>
          </ac:spMkLst>
        </pc:spChg>
        <pc:picChg chg="add mod">
          <ac:chgData name="Priyal Vora" userId="c47fc99f99abd40a" providerId="LiveId" clId="{691D7FA3-BF61-4476-A3A0-A1514C6174B9}" dt="2021-12-16T22:30:01.572" v="864"/>
          <ac:picMkLst>
            <pc:docMk/>
            <pc:sldMk cId="2865327918" sldId="353"/>
            <ac:picMk id="35" creationId="{FB3A7B68-6B4F-4F08-B99C-817F3EC25BD1}"/>
          </ac:picMkLst>
        </pc:picChg>
      </pc:sldChg>
      <pc:sldChg chg="del">
        <pc:chgData name="Priyal Vora" userId="c47fc99f99abd40a" providerId="LiveId" clId="{691D7FA3-BF61-4476-A3A0-A1514C6174B9}" dt="2021-12-16T22:37:07.219" v="1007" actId="47"/>
        <pc:sldMkLst>
          <pc:docMk/>
          <pc:sldMk cId="3011988996" sldId="354"/>
        </pc:sldMkLst>
      </pc:sldChg>
      <pc:sldChg chg="del">
        <pc:chgData name="Priyal Vora" userId="c47fc99f99abd40a" providerId="LiveId" clId="{691D7FA3-BF61-4476-A3A0-A1514C6174B9}" dt="2021-12-16T22:37:07.219" v="1007" actId="47"/>
        <pc:sldMkLst>
          <pc:docMk/>
          <pc:sldMk cId="3966110353" sldId="355"/>
        </pc:sldMkLst>
      </pc:sldChg>
      <pc:sldChg chg="del">
        <pc:chgData name="Priyal Vora" userId="c47fc99f99abd40a" providerId="LiveId" clId="{691D7FA3-BF61-4476-A3A0-A1514C6174B9}" dt="2021-12-16T22:37:07.219" v="1007" actId="47"/>
        <pc:sldMkLst>
          <pc:docMk/>
          <pc:sldMk cId="3296519575" sldId="356"/>
        </pc:sldMkLst>
      </pc:sldChg>
      <pc:sldChg chg="del">
        <pc:chgData name="Priyal Vora" userId="c47fc99f99abd40a" providerId="LiveId" clId="{691D7FA3-BF61-4476-A3A0-A1514C6174B9}" dt="2021-12-16T22:37:07.219" v="1007" actId="47"/>
        <pc:sldMkLst>
          <pc:docMk/>
          <pc:sldMk cId="1793900572" sldId="357"/>
        </pc:sldMkLst>
      </pc:sldChg>
      <pc:sldChg chg="del">
        <pc:chgData name="Priyal Vora" userId="c47fc99f99abd40a" providerId="LiveId" clId="{691D7FA3-BF61-4476-A3A0-A1514C6174B9}" dt="2021-12-16T22:37:07.219" v="1007" actId="47"/>
        <pc:sldMkLst>
          <pc:docMk/>
          <pc:sldMk cId="3802229368" sldId="358"/>
        </pc:sldMkLst>
      </pc:sldChg>
      <pc:sldChg chg="del">
        <pc:chgData name="Priyal Vora" userId="c47fc99f99abd40a" providerId="LiveId" clId="{691D7FA3-BF61-4476-A3A0-A1514C6174B9}" dt="2021-12-16T22:37:07.219" v="1007" actId="47"/>
        <pc:sldMkLst>
          <pc:docMk/>
          <pc:sldMk cId="2310031114" sldId="359"/>
        </pc:sldMkLst>
      </pc:sldChg>
      <pc:sldChg chg="del">
        <pc:chgData name="Priyal Vora" userId="c47fc99f99abd40a" providerId="LiveId" clId="{691D7FA3-BF61-4476-A3A0-A1514C6174B9}" dt="2021-12-16T22:37:07.219" v="1007" actId="47"/>
        <pc:sldMkLst>
          <pc:docMk/>
          <pc:sldMk cId="3966661885" sldId="360"/>
        </pc:sldMkLst>
      </pc:sldChg>
      <pc:sldChg chg="addSp delSp modSp del mod">
        <pc:chgData name="Priyal Vora" userId="c47fc99f99abd40a" providerId="LiveId" clId="{691D7FA3-BF61-4476-A3A0-A1514C6174B9}" dt="2021-12-16T22:40:32.377" v="1099" actId="47"/>
        <pc:sldMkLst>
          <pc:docMk/>
          <pc:sldMk cId="173005761" sldId="361"/>
        </pc:sldMkLst>
        <pc:spChg chg="del">
          <ac:chgData name="Priyal Vora" userId="c47fc99f99abd40a" providerId="LiveId" clId="{691D7FA3-BF61-4476-A3A0-A1514C6174B9}" dt="2021-12-16T22:30:41.910" v="872" actId="478"/>
          <ac:spMkLst>
            <pc:docMk/>
            <pc:sldMk cId="173005761" sldId="361"/>
            <ac:spMk id="2" creationId="{98B18A3A-3619-3A4A-8A64-64479D1E29DE}"/>
          </ac:spMkLst>
        </pc:spChg>
        <pc:spChg chg="del">
          <ac:chgData name="Priyal Vora" userId="c47fc99f99abd40a" providerId="LiveId" clId="{691D7FA3-BF61-4476-A3A0-A1514C6174B9}" dt="2021-12-16T22:30:19.580" v="868" actId="478"/>
          <ac:spMkLst>
            <pc:docMk/>
            <pc:sldMk cId="173005761" sldId="361"/>
            <ac:spMk id="4" creationId="{D4831145-BA5B-F048-B1E0-4ED2EB87DEF4}"/>
          </ac:spMkLst>
        </pc:spChg>
        <pc:spChg chg="del">
          <ac:chgData name="Priyal Vora" userId="c47fc99f99abd40a" providerId="LiveId" clId="{691D7FA3-BF61-4476-A3A0-A1514C6174B9}" dt="2021-12-16T22:30:47.606" v="874" actId="478"/>
          <ac:spMkLst>
            <pc:docMk/>
            <pc:sldMk cId="173005761" sldId="361"/>
            <ac:spMk id="7" creationId="{36D03BE3-7224-44BA-AC8A-2460F7D42D0D}"/>
          </ac:spMkLst>
        </pc:spChg>
        <pc:spChg chg="del">
          <ac:chgData name="Priyal Vora" userId="c47fc99f99abd40a" providerId="LiveId" clId="{691D7FA3-BF61-4476-A3A0-A1514C6174B9}" dt="2021-12-16T22:30:22.909" v="869" actId="478"/>
          <ac:spMkLst>
            <pc:docMk/>
            <pc:sldMk cId="173005761" sldId="361"/>
            <ac:spMk id="13" creationId="{D9436639-36B1-A643-BEF0-E5FE6EE9F3FD}"/>
          </ac:spMkLst>
        </pc:spChg>
        <pc:spChg chg="del">
          <ac:chgData name="Priyal Vora" userId="c47fc99f99abd40a" providerId="LiveId" clId="{691D7FA3-BF61-4476-A3A0-A1514C6174B9}" dt="2021-12-16T22:30:41.910" v="872" actId="478"/>
          <ac:spMkLst>
            <pc:docMk/>
            <pc:sldMk cId="173005761" sldId="361"/>
            <ac:spMk id="14" creationId="{322DD460-55CD-0149-AF7C-7A59213C018C}"/>
          </ac:spMkLst>
        </pc:spChg>
        <pc:spChg chg="mod">
          <ac:chgData name="Priyal Vora" userId="c47fc99f99abd40a" providerId="LiveId" clId="{691D7FA3-BF61-4476-A3A0-A1514C6174B9}" dt="2021-12-16T22:31:28.968" v="907" actId="20577"/>
          <ac:spMkLst>
            <pc:docMk/>
            <pc:sldMk cId="173005761" sldId="361"/>
            <ac:spMk id="15" creationId="{2CD4FCEA-AED9-0349-A272-3C0661CC0ED3}"/>
          </ac:spMkLst>
        </pc:spChg>
        <pc:spChg chg="del">
          <ac:chgData name="Priyal Vora" userId="c47fc99f99abd40a" providerId="LiveId" clId="{691D7FA3-BF61-4476-A3A0-A1514C6174B9}" dt="2021-12-16T22:30:41.910" v="872" actId="478"/>
          <ac:spMkLst>
            <pc:docMk/>
            <pc:sldMk cId="173005761" sldId="361"/>
            <ac:spMk id="18" creationId="{CC278476-2EDC-A347-810D-2B03A98894AE}"/>
          </ac:spMkLst>
        </pc:spChg>
        <pc:spChg chg="del">
          <ac:chgData name="Priyal Vora" userId="c47fc99f99abd40a" providerId="LiveId" clId="{691D7FA3-BF61-4476-A3A0-A1514C6174B9}" dt="2021-12-16T22:30:41.910" v="872" actId="478"/>
          <ac:spMkLst>
            <pc:docMk/>
            <pc:sldMk cId="173005761" sldId="361"/>
            <ac:spMk id="19" creationId="{B6EB78A8-7898-3041-B03F-0D7A41B595B3}"/>
          </ac:spMkLst>
        </pc:spChg>
        <pc:spChg chg="del">
          <ac:chgData name="Priyal Vora" userId="c47fc99f99abd40a" providerId="LiveId" clId="{691D7FA3-BF61-4476-A3A0-A1514C6174B9}" dt="2021-12-16T22:30:41.910" v="872" actId="478"/>
          <ac:spMkLst>
            <pc:docMk/>
            <pc:sldMk cId="173005761" sldId="361"/>
            <ac:spMk id="20" creationId="{5D9D9AAB-899E-E849-BE91-B1DFBBE43ECD}"/>
          </ac:spMkLst>
        </pc:spChg>
        <pc:spChg chg="del">
          <ac:chgData name="Priyal Vora" userId="c47fc99f99abd40a" providerId="LiveId" clId="{691D7FA3-BF61-4476-A3A0-A1514C6174B9}" dt="2021-12-16T22:30:24.919" v="870" actId="478"/>
          <ac:spMkLst>
            <pc:docMk/>
            <pc:sldMk cId="173005761" sldId="361"/>
            <ac:spMk id="21" creationId="{FD12D3EE-0377-6044-855D-02AB4F724EA6}"/>
          </ac:spMkLst>
        </pc:spChg>
        <pc:spChg chg="del">
          <ac:chgData name="Priyal Vora" userId="c47fc99f99abd40a" providerId="LiveId" clId="{691D7FA3-BF61-4476-A3A0-A1514C6174B9}" dt="2021-12-16T22:30:41.910" v="872" actId="478"/>
          <ac:spMkLst>
            <pc:docMk/>
            <pc:sldMk cId="173005761" sldId="361"/>
            <ac:spMk id="22" creationId="{B58E59DC-8366-F346-A1DE-2F3D1DC18925}"/>
          </ac:spMkLst>
        </pc:spChg>
        <pc:spChg chg="del">
          <ac:chgData name="Priyal Vora" userId="c47fc99f99abd40a" providerId="LiveId" clId="{691D7FA3-BF61-4476-A3A0-A1514C6174B9}" dt="2021-12-16T22:30:41.910" v="872" actId="478"/>
          <ac:spMkLst>
            <pc:docMk/>
            <pc:sldMk cId="173005761" sldId="361"/>
            <ac:spMk id="23" creationId="{E6B2D916-C97B-B049-A131-5764F8FAC4D6}"/>
          </ac:spMkLst>
        </pc:spChg>
        <pc:spChg chg="del">
          <ac:chgData name="Priyal Vora" userId="c47fc99f99abd40a" providerId="LiveId" clId="{691D7FA3-BF61-4476-A3A0-A1514C6174B9}" dt="2021-12-16T22:30:41.910" v="872" actId="478"/>
          <ac:spMkLst>
            <pc:docMk/>
            <pc:sldMk cId="173005761" sldId="361"/>
            <ac:spMk id="24" creationId="{A8CEB489-A4E2-664D-8E4B-DBC003CCDAEE}"/>
          </ac:spMkLst>
        </pc:spChg>
        <pc:spChg chg="del">
          <ac:chgData name="Priyal Vora" userId="c47fc99f99abd40a" providerId="LiveId" clId="{691D7FA3-BF61-4476-A3A0-A1514C6174B9}" dt="2021-12-16T22:30:41.910" v="872" actId="478"/>
          <ac:spMkLst>
            <pc:docMk/>
            <pc:sldMk cId="173005761" sldId="361"/>
            <ac:spMk id="25" creationId="{26C98EE6-0704-9746-A450-D07E7ED94939}"/>
          </ac:spMkLst>
        </pc:spChg>
        <pc:spChg chg="add mod">
          <ac:chgData name="Priyal Vora" userId="c47fc99f99abd40a" providerId="LiveId" clId="{691D7FA3-BF61-4476-A3A0-A1514C6174B9}" dt="2021-12-16T22:31:55.608" v="962" actId="20577"/>
          <ac:spMkLst>
            <pc:docMk/>
            <pc:sldMk cId="173005761" sldId="361"/>
            <ac:spMk id="27" creationId="{A021099A-5C21-4454-BD6C-A8A1A8DFF360}"/>
          </ac:spMkLst>
        </pc:spChg>
        <pc:spChg chg="add mod">
          <ac:chgData name="Priyal Vora" userId="c47fc99f99abd40a" providerId="LiveId" clId="{691D7FA3-BF61-4476-A3A0-A1514C6174B9}" dt="2021-12-16T22:35:35.864" v="998" actId="403"/>
          <ac:spMkLst>
            <pc:docMk/>
            <pc:sldMk cId="173005761" sldId="361"/>
            <ac:spMk id="29" creationId="{96BEB62D-438C-464A-B74A-76A485361356}"/>
          </ac:spMkLst>
        </pc:spChg>
        <pc:spChg chg="add mod">
          <ac:chgData name="Priyal Vora" userId="c47fc99f99abd40a" providerId="LiveId" clId="{691D7FA3-BF61-4476-A3A0-A1514C6174B9}" dt="2021-12-16T22:36:16.904" v="1006" actId="14100"/>
          <ac:spMkLst>
            <pc:docMk/>
            <pc:sldMk cId="173005761" sldId="361"/>
            <ac:spMk id="30" creationId="{942A4FB4-91F4-4281-BBF7-3F82844F2DA5}"/>
          </ac:spMkLst>
        </pc:spChg>
        <pc:spChg chg="add mod">
          <ac:chgData name="Priyal Vora" userId="c47fc99f99abd40a" providerId="LiveId" clId="{691D7FA3-BF61-4476-A3A0-A1514C6174B9}" dt="2021-12-16T22:34:12.723" v="981" actId="14100"/>
          <ac:spMkLst>
            <pc:docMk/>
            <pc:sldMk cId="173005761" sldId="361"/>
            <ac:spMk id="31" creationId="{505ED726-0560-47F3-AC65-CB11ED670CE3}"/>
          </ac:spMkLst>
        </pc:spChg>
        <pc:picChg chg="add mod">
          <ac:chgData name="Priyal Vora" userId="c47fc99f99abd40a" providerId="LiveId" clId="{691D7FA3-BF61-4476-A3A0-A1514C6174B9}" dt="2021-12-16T22:31:11.539" v="878" actId="1076"/>
          <ac:picMkLst>
            <pc:docMk/>
            <pc:sldMk cId="173005761" sldId="361"/>
            <ac:picMk id="28" creationId="{8096456A-71E2-4684-9386-DE89C42A1311}"/>
          </ac:picMkLst>
        </pc:picChg>
        <pc:picChg chg="add mod">
          <ac:chgData name="Priyal Vora" userId="c47fc99f99abd40a" providerId="LiveId" clId="{691D7FA3-BF61-4476-A3A0-A1514C6174B9}" dt="2021-12-16T22:35:47.252" v="1002" actId="1035"/>
          <ac:picMkLst>
            <pc:docMk/>
            <pc:sldMk cId="173005761" sldId="361"/>
            <ac:picMk id="32" creationId="{F08CB4EF-D733-4BBB-881D-1DB8D93853C0}"/>
          </ac:picMkLst>
        </pc:picChg>
        <pc:picChg chg="add mod">
          <ac:chgData name="Priyal Vora" userId="c47fc99f99abd40a" providerId="LiveId" clId="{691D7FA3-BF61-4476-A3A0-A1514C6174B9}" dt="2021-12-16T22:35:59.095" v="1004" actId="14100"/>
          <ac:picMkLst>
            <pc:docMk/>
            <pc:sldMk cId="173005761" sldId="361"/>
            <ac:picMk id="33" creationId="{AB13E044-4953-4CC8-AC38-E8944E128526}"/>
          </ac:picMkLst>
        </pc:picChg>
        <pc:picChg chg="add mod">
          <ac:chgData name="Priyal Vora" userId="c47fc99f99abd40a" providerId="LiveId" clId="{691D7FA3-BF61-4476-A3A0-A1514C6174B9}" dt="2021-12-16T22:34:40.568" v="986" actId="14100"/>
          <ac:picMkLst>
            <pc:docMk/>
            <pc:sldMk cId="173005761" sldId="361"/>
            <ac:picMk id="34" creationId="{73810399-E24C-4E40-981F-234F72C0488B}"/>
          </ac:picMkLst>
        </pc:picChg>
        <pc:cxnChg chg="del">
          <ac:chgData name="Priyal Vora" userId="c47fc99f99abd40a" providerId="LiveId" clId="{691D7FA3-BF61-4476-A3A0-A1514C6174B9}" dt="2021-12-16T22:30:44.537" v="873" actId="478"/>
          <ac:cxnSpMkLst>
            <pc:docMk/>
            <pc:sldMk cId="173005761" sldId="361"/>
            <ac:cxnSpMk id="11" creationId="{D7E4B365-826B-3844-B481-7B6C62C89745}"/>
          </ac:cxnSpMkLst>
        </pc:cxnChg>
        <pc:cxnChg chg="del">
          <ac:chgData name="Priyal Vora" userId="c47fc99f99abd40a" providerId="LiveId" clId="{691D7FA3-BF61-4476-A3A0-A1514C6174B9}" dt="2021-12-16T22:30:26.951" v="871" actId="478"/>
          <ac:cxnSpMkLst>
            <pc:docMk/>
            <pc:sldMk cId="173005761" sldId="361"/>
            <ac:cxnSpMk id="26" creationId="{AAAB470C-47A6-454C-AB85-90DA69EC4311}"/>
          </ac:cxnSpMkLst>
        </pc:cxnChg>
      </pc:sldChg>
      <pc:sldChg chg="del">
        <pc:chgData name="Priyal Vora" userId="c47fc99f99abd40a" providerId="LiveId" clId="{691D7FA3-BF61-4476-A3A0-A1514C6174B9}" dt="2021-12-16T22:37:07.219" v="1007" actId="47"/>
        <pc:sldMkLst>
          <pc:docMk/>
          <pc:sldMk cId="1052422682" sldId="362"/>
        </pc:sldMkLst>
      </pc:sldChg>
      <pc:sldChg chg="del">
        <pc:chgData name="Priyal Vora" userId="c47fc99f99abd40a" providerId="LiveId" clId="{691D7FA3-BF61-4476-A3A0-A1514C6174B9}" dt="2021-12-16T22:37:07.219" v="1007" actId="47"/>
        <pc:sldMkLst>
          <pc:docMk/>
          <pc:sldMk cId="1331681769" sldId="363"/>
        </pc:sldMkLst>
      </pc:sldChg>
      <pc:sldChg chg="del">
        <pc:chgData name="Priyal Vora" userId="c47fc99f99abd40a" providerId="LiveId" clId="{691D7FA3-BF61-4476-A3A0-A1514C6174B9}" dt="2021-12-16T22:37:07.219" v="1007" actId="47"/>
        <pc:sldMkLst>
          <pc:docMk/>
          <pc:sldMk cId="943728823" sldId="364"/>
        </pc:sldMkLst>
      </pc:sldChg>
      <pc:sldChg chg="addSp delSp modSp new mod">
        <pc:chgData name="Priyal Vora" userId="c47fc99f99abd40a" providerId="LiveId" clId="{691D7FA3-BF61-4476-A3A0-A1514C6174B9}" dt="2021-12-16T22:21:04.368" v="700" actId="12"/>
        <pc:sldMkLst>
          <pc:docMk/>
          <pc:sldMk cId="3809807850" sldId="365"/>
        </pc:sldMkLst>
        <pc:spChg chg="add del mod">
          <ac:chgData name="Priyal Vora" userId="c47fc99f99abd40a" providerId="LiveId" clId="{691D7FA3-BF61-4476-A3A0-A1514C6174B9}" dt="2021-12-16T22:04:12.328" v="437" actId="1076"/>
          <ac:spMkLst>
            <pc:docMk/>
            <pc:sldMk cId="3809807850" sldId="365"/>
            <ac:spMk id="2" creationId="{981A4FD9-B117-433B-BCA7-D573319F2450}"/>
          </ac:spMkLst>
        </pc:spChg>
        <pc:spChg chg="add del mod">
          <ac:chgData name="Priyal Vora" userId="c47fc99f99abd40a" providerId="LiveId" clId="{691D7FA3-BF61-4476-A3A0-A1514C6174B9}" dt="2021-12-16T21:59:56.595" v="399" actId="478"/>
          <ac:spMkLst>
            <pc:docMk/>
            <pc:sldMk cId="3809807850" sldId="365"/>
            <ac:spMk id="3" creationId="{AF1A24F3-9D77-4315-868D-DAD8BB215448}"/>
          </ac:spMkLst>
        </pc:spChg>
        <pc:spChg chg="del">
          <ac:chgData name="Priyal Vora" userId="c47fc99f99abd40a" providerId="LiveId" clId="{691D7FA3-BF61-4476-A3A0-A1514C6174B9}" dt="2021-12-16T21:58:13.506" v="353" actId="478"/>
          <ac:spMkLst>
            <pc:docMk/>
            <pc:sldMk cId="3809807850" sldId="365"/>
            <ac:spMk id="4" creationId="{B270663F-36BA-4928-884C-701F980BCCF8}"/>
          </ac:spMkLst>
        </pc:spChg>
        <pc:spChg chg="add del">
          <ac:chgData name="Priyal Vora" userId="c47fc99f99abd40a" providerId="LiveId" clId="{691D7FA3-BF61-4476-A3A0-A1514C6174B9}" dt="2021-12-16T21:58:35.826" v="357" actId="22"/>
          <ac:spMkLst>
            <pc:docMk/>
            <pc:sldMk cId="3809807850" sldId="365"/>
            <ac:spMk id="8" creationId="{0C0C5509-63F5-4B93-B938-08565BF13207}"/>
          </ac:spMkLst>
        </pc:spChg>
        <pc:spChg chg="add mod">
          <ac:chgData name="Priyal Vora" userId="c47fc99f99abd40a" providerId="LiveId" clId="{691D7FA3-BF61-4476-A3A0-A1514C6174B9}" dt="2021-12-16T22:15:01.776" v="602" actId="1076"/>
          <ac:spMkLst>
            <pc:docMk/>
            <pc:sldMk cId="3809807850" sldId="365"/>
            <ac:spMk id="10" creationId="{4D012745-9009-4B20-AA2E-C101092349EB}"/>
          </ac:spMkLst>
        </pc:spChg>
        <pc:spChg chg="add del mod">
          <ac:chgData name="Priyal Vora" userId="c47fc99f99abd40a" providerId="LiveId" clId="{691D7FA3-BF61-4476-A3A0-A1514C6174B9}" dt="2021-12-16T22:00:59.156" v="407" actId="478"/>
          <ac:spMkLst>
            <pc:docMk/>
            <pc:sldMk cId="3809807850" sldId="365"/>
            <ac:spMk id="12" creationId="{FA1B5741-9F83-4294-A506-CA36CA4432C1}"/>
          </ac:spMkLst>
        </pc:spChg>
        <pc:spChg chg="add mod">
          <ac:chgData name="Priyal Vora" userId="c47fc99f99abd40a" providerId="LiveId" clId="{691D7FA3-BF61-4476-A3A0-A1514C6174B9}" dt="2021-12-16T22:19:19.467" v="629" actId="1036"/>
          <ac:spMkLst>
            <pc:docMk/>
            <pc:sldMk cId="3809807850" sldId="365"/>
            <ac:spMk id="13" creationId="{120C1D7A-4558-4DB0-92A0-094CEB93B9CD}"/>
          </ac:spMkLst>
        </pc:spChg>
        <pc:spChg chg="add mod">
          <ac:chgData name="Priyal Vora" userId="c47fc99f99abd40a" providerId="LiveId" clId="{691D7FA3-BF61-4476-A3A0-A1514C6174B9}" dt="2021-12-16T22:19:44.938" v="671" actId="20577"/>
          <ac:spMkLst>
            <pc:docMk/>
            <pc:sldMk cId="3809807850" sldId="365"/>
            <ac:spMk id="14" creationId="{BE276169-9296-420F-AEA7-3DC6E3AF75EF}"/>
          </ac:spMkLst>
        </pc:spChg>
        <pc:spChg chg="add mod">
          <ac:chgData name="Priyal Vora" userId="c47fc99f99abd40a" providerId="LiveId" clId="{691D7FA3-BF61-4476-A3A0-A1514C6174B9}" dt="2021-12-16T22:19:26.196" v="630" actId="1076"/>
          <ac:spMkLst>
            <pc:docMk/>
            <pc:sldMk cId="3809807850" sldId="365"/>
            <ac:spMk id="15" creationId="{C48D9634-A4EF-4089-8EF5-FD9BA7A17B44}"/>
          </ac:spMkLst>
        </pc:spChg>
        <pc:spChg chg="add mod">
          <ac:chgData name="Priyal Vora" userId="c47fc99f99abd40a" providerId="LiveId" clId="{691D7FA3-BF61-4476-A3A0-A1514C6174B9}" dt="2021-12-16T22:19:26.196" v="630" actId="1076"/>
          <ac:spMkLst>
            <pc:docMk/>
            <pc:sldMk cId="3809807850" sldId="365"/>
            <ac:spMk id="16" creationId="{D332F8EC-CBF1-4743-9020-A8ADBD82BE7C}"/>
          </ac:spMkLst>
        </pc:spChg>
        <pc:spChg chg="add mod">
          <ac:chgData name="Priyal Vora" userId="c47fc99f99abd40a" providerId="LiveId" clId="{691D7FA3-BF61-4476-A3A0-A1514C6174B9}" dt="2021-12-16T22:19:26.196" v="630" actId="1076"/>
          <ac:spMkLst>
            <pc:docMk/>
            <pc:sldMk cId="3809807850" sldId="365"/>
            <ac:spMk id="17" creationId="{24881C5E-4C70-462D-B9F8-536A36FA03D2}"/>
          </ac:spMkLst>
        </pc:spChg>
        <pc:spChg chg="add del">
          <ac:chgData name="Priyal Vora" userId="c47fc99f99abd40a" providerId="LiveId" clId="{691D7FA3-BF61-4476-A3A0-A1514C6174B9}" dt="2021-12-16T22:03:48.040" v="434" actId="22"/>
          <ac:spMkLst>
            <pc:docMk/>
            <pc:sldMk cId="3809807850" sldId="365"/>
            <ac:spMk id="19" creationId="{F749BEA2-66AD-4B34-9884-D4CDF736F1E0}"/>
          </ac:spMkLst>
        </pc:spChg>
        <pc:spChg chg="add mod">
          <ac:chgData name="Priyal Vora" userId="c47fc99f99abd40a" providerId="LiveId" clId="{691D7FA3-BF61-4476-A3A0-A1514C6174B9}" dt="2021-12-16T22:21:04.368" v="700" actId="12"/>
          <ac:spMkLst>
            <pc:docMk/>
            <pc:sldMk cId="3809807850" sldId="365"/>
            <ac:spMk id="20" creationId="{55EDAC6C-501E-4E67-A7EF-9C9FF93831FD}"/>
          </ac:spMkLst>
        </pc:spChg>
        <pc:spChg chg="add del mod">
          <ac:chgData name="Priyal Vora" userId="c47fc99f99abd40a" providerId="LiveId" clId="{691D7FA3-BF61-4476-A3A0-A1514C6174B9}" dt="2021-12-16T22:08:38.495" v="488" actId="478"/>
          <ac:spMkLst>
            <pc:docMk/>
            <pc:sldMk cId="3809807850" sldId="365"/>
            <ac:spMk id="21" creationId="{4E977238-4783-4561-8C85-3E0C1369B2CB}"/>
          </ac:spMkLst>
        </pc:spChg>
        <pc:spChg chg="add del mod">
          <ac:chgData name="Priyal Vora" userId="c47fc99f99abd40a" providerId="LiveId" clId="{691D7FA3-BF61-4476-A3A0-A1514C6174B9}" dt="2021-12-16T22:19:26.196" v="630" actId="1076"/>
          <ac:spMkLst>
            <pc:docMk/>
            <pc:sldMk cId="3809807850" sldId="365"/>
            <ac:spMk id="22" creationId="{AAB29764-269D-4CD0-962A-10D5C6C247D0}"/>
          </ac:spMkLst>
        </pc:spChg>
        <pc:spChg chg="add del mod">
          <ac:chgData name="Priyal Vora" userId="c47fc99f99abd40a" providerId="LiveId" clId="{691D7FA3-BF61-4476-A3A0-A1514C6174B9}" dt="2021-12-16T22:20:56.476" v="699" actId="12"/>
          <ac:spMkLst>
            <pc:docMk/>
            <pc:sldMk cId="3809807850" sldId="365"/>
            <ac:spMk id="23" creationId="{27416F7F-9A63-45C3-97BC-D8668BD97092}"/>
          </ac:spMkLst>
        </pc:spChg>
        <pc:spChg chg="add mod">
          <ac:chgData name="Priyal Vora" userId="c47fc99f99abd40a" providerId="LiveId" clId="{691D7FA3-BF61-4476-A3A0-A1514C6174B9}" dt="2021-12-16T22:19:26.196" v="630" actId="1076"/>
          <ac:spMkLst>
            <pc:docMk/>
            <pc:sldMk cId="3809807850" sldId="365"/>
            <ac:spMk id="24" creationId="{E0239626-6BE8-49BC-91FA-E03F6C3E92A4}"/>
          </ac:spMkLst>
        </pc:spChg>
        <pc:picChg chg="add mod">
          <ac:chgData name="Priyal Vora" userId="c47fc99f99abd40a" providerId="LiveId" clId="{691D7FA3-BF61-4476-A3A0-A1514C6174B9}" dt="2021-12-16T22:15:01.776" v="602" actId="1076"/>
          <ac:picMkLst>
            <pc:docMk/>
            <pc:sldMk cId="3809807850" sldId="365"/>
            <ac:picMk id="9" creationId="{E8C15CA9-F6BA-465B-8605-EBC313A9004B}"/>
          </ac:picMkLst>
        </pc:picChg>
      </pc:sldChg>
      <pc:sldChg chg="add del">
        <pc:chgData name="Priyal Vora" userId="c47fc99f99abd40a" providerId="LiveId" clId="{691D7FA3-BF61-4476-A3A0-A1514C6174B9}" dt="2021-12-16T22:28:43.842" v="861" actId="47"/>
        <pc:sldMkLst>
          <pc:docMk/>
          <pc:sldMk cId="330467078" sldId="366"/>
        </pc:sldMkLst>
      </pc:sldChg>
      <pc:sldChg chg="modSp add del mod">
        <pc:chgData name="Priyal Vora" userId="c47fc99f99abd40a" providerId="LiveId" clId="{691D7FA3-BF61-4476-A3A0-A1514C6174B9}" dt="2021-12-16T22:40:38.471" v="1100" actId="47"/>
        <pc:sldMkLst>
          <pc:docMk/>
          <pc:sldMk cId="3625936234" sldId="366"/>
        </pc:sldMkLst>
        <pc:spChg chg="mod">
          <ac:chgData name="Priyal Vora" userId="c47fc99f99abd40a" providerId="LiveId" clId="{691D7FA3-BF61-4476-A3A0-A1514C6174B9}" dt="2021-12-16T22:31:01.157" v="876" actId="1076"/>
          <ac:spMkLst>
            <pc:docMk/>
            <pc:sldMk cId="3625936234" sldId="366"/>
            <ac:spMk id="2" creationId="{62975453-B5FA-458B-AB36-EC8AC6F8F673}"/>
          </ac:spMkLst>
        </pc:spChg>
      </pc:sldChg>
      <pc:sldChg chg="addSp delSp modSp add mod">
        <pc:chgData name="Priyal Vora" userId="c47fc99f99abd40a" providerId="LiveId" clId="{691D7FA3-BF61-4476-A3A0-A1514C6174B9}" dt="2021-12-16T22:58:34.740" v="1470" actId="13926"/>
        <pc:sldMkLst>
          <pc:docMk/>
          <pc:sldMk cId="1345229997" sldId="367"/>
        </pc:sldMkLst>
        <pc:spChg chg="add del">
          <ac:chgData name="Priyal Vora" userId="c47fc99f99abd40a" providerId="LiveId" clId="{691D7FA3-BF61-4476-A3A0-A1514C6174B9}" dt="2021-12-16T22:37:39.774" v="1010" actId="478"/>
          <ac:spMkLst>
            <pc:docMk/>
            <pc:sldMk cId="1345229997" sldId="367"/>
            <ac:spMk id="5" creationId="{A7739E45-B5ED-4020-BCD3-D2595BE2A52E}"/>
          </ac:spMkLst>
        </pc:spChg>
        <pc:spChg chg="add del">
          <ac:chgData name="Priyal Vora" userId="c47fc99f99abd40a" providerId="LiveId" clId="{691D7FA3-BF61-4476-A3A0-A1514C6174B9}" dt="2021-12-16T22:37:39.774" v="1010" actId="478"/>
          <ac:spMkLst>
            <pc:docMk/>
            <pc:sldMk cId="1345229997" sldId="367"/>
            <ac:spMk id="6" creationId="{40085F76-4163-4CCC-9789-9709B6F8BAB3}"/>
          </ac:spMkLst>
        </pc:spChg>
        <pc:spChg chg="add mod">
          <ac:chgData name="Priyal Vora" userId="c47fc99f99abd40a" providerId="LiveId" clId="{691D7FA3-BF61-4476-A3A0-A1514C6174B9}" dt="2021-12-16T22:51:40.814" v="1247" actId="1076"/>
          <ac:spMkLst>
            <pc:docMk/>
            <pc:sldMk cId="1345229997" sldId="367"/>
            <ac:spMk id="13" creationId="{BDB115A1-D0E0-4CC6-82FD-997554228790}"/>
          </ac:spMkLst>
        </pc:spChg>
        <pc:spChg chg="add mod">
          <ac:chgData name="Priyal Vora" userId="c47fc99f99abd40a" providerId="LiveId" clId="{691D7FA3-BF61-4476-A3A0-A1514C6174B9}" dt="2021-12-16T22:42:57.873" v="1208" actId="1036"/>
          <ac:spMkLst>
            <pc:docMk/>
            <pc:sldMk cId="1345229997" sldId="367"/>
            <ac:spMk id="16" creationId="{EDCC49F6-D470-4116-A821-93BBF6D6F8EF}"/>
          </ac:spMkLst>
        </pc:spChg>
        <pc:spChg chg="add mod">
          <ac:chgData name="Priyal Vora" userId="c47fc99f99abd40a" providerId="LiveId" clId="{691D7FA3-BF61-4476-A3A0-A1514C6174B9}" dt="2021-12-16T22:51:03.296" v="1246" actId="20577"/>
          <ac:spMkLst>
            <pc:docMk/>
            <pc:sldMk cId="1345229997" sldId="367"/>
            <ac:spMk id="17" creationId="{8A2D7A3C-6645-498A-A942-63C511E05A20}"/>
          </ac:spMkLst>
        </pc:spChg>
        <pc:spChg chg="add mod">
          <ac:chgData name="Priyal Vora" userId="c47fc99f99abd40a" providerId="LiveId" clId="{691D7FA3-BF61-4476-A3A0-A1514C6174B9}" dt="2021-12-16T22:58:34.740" v="1470" actId="13926"/>
          <ac:spMkLst>
            <pc:docMk/>
            <pc:sldMk cId="1345229997" sldId="367"/>
            <ac:spMk id="18" creationId="{DEEDAA71-83B6-472D-9873-9A93077F1A87}"/>
          </ac:spMkLst>
        </pc:spChg>
        <pc:spChg chg="add del">
          <ac:chgData name="Priyal Vora" userId="c47fc99f99abd40a" providerId="LiveId" clId="{691D7FA3-BF61-4476-A3A0-A1514C6174B9}" dt="2021-12-16T22:37:45.352" v="1011" actId="478"/>
          <ac:spMkLst>
            <pc:docMk/>
            <pc:sldMk cId="1345229997" sldId="367"/>
            <ac:spMk id="27" creationId="{A021099A-5C21-4454-BD6C-A8A1A8DFF360}"/>
          </ac:spMkLst>
        </pc:spChg>
        <pc:spChg chg="add del">
          <ac:chgData name="Priyal Vora" userId="c47fc99f99abd40a" providerId="LiveId" clId="{691D7FA3-BF61-4476-A3A0-A1514C6174B9}" dt="2021-12-16T22:37:45.352" v="1011" actId="478"/>
          <ac:spMkLst>
            <pc:docMk/>
            <pc:sldMk cId="1345229997" sldId="367"/>
            <ac:spMk id="29" creationId="{96BEB62D-438C-464A-B74A-76A485361356}"/>
          </ac:spMkLst>
        </pc:spChg>
        <pc:spChg chg="add del">
          <ac:chgData name="Priyal Vora" userId="c47fc99f99abd40a" providerId="LiveId" clId="{691D7FA3-BF61-4476-A3A0-A1514C6174B9}" dt="2021-12-16T22:37:45.352" v="1011" actId="478"/>
          <ac:spMkLst>
            <pc:docMk/>
            <pc:sldMk cId="1345229997" sldId="367"/>
            <ac:spMk id="30" creationId="{942A4FB4-91F4-4281-BBF7-3F82844F2DA5}"/>
          </ac:spMkLst>
        </pc:spChg>
        <pc:spChg chg="add del">
          <ac:chgData name="Priyal Vora" userId="c47fc99f99abd40a" providerId="LiveId" clId="{691D7FA3-BF61-4476-A3A0-A1514C6174B9}" dt="2021-12-16T22:37:45.352" v="1011" actId="478"/>
          <ac:spMkLst>
            <pc:docMk/>
            <pc:sldMk cId="1345229997" sldId="367"/>
            <ac:spMk id="31" creationId="{505ED726-0560-47F3-AC65-CB11ED670CE3}"/>
          </ac:spMkLst>
        </pc:spChg>
        <pc:picChg chg="add mod">
          <ac:chgData name="Priyal Vora" userId="c47fc99f99abd40a" providerId="LiveId" clId="{691D7FA3-BF61-4476-A3A0-A1514C6174B9}" dt="2021-12-16T22:51:40.814" v="1247" actId="1076"/>
          <ac:picMkLst>
            <pc:docMk/>
            <pc:sldMk cId="1345229997" sldId="367"/>
            <ac:picMk id="14" creationId="{1B6DC6CE-F254-4B36-B174-2FC07DB12D70}"/>
          </ac:picMkLst>
        </pc:picChg>
        <pc:picChg chg="add mod">
          <ac:chgData name="Priyal Vora" userId="c47fc99f99abd40a" providerId="LiveId" clId="{691D7FA3-BF61-4476-A3A0-A1514C6174B9}" dt="2021-12-16T22:38:02.344" v="1013" actId="1076"/>
          <ac:picMkLst>
            <pc:docMk/>
            <pc:sldMk cId="1345229997" sldId="367"/>
            <ac:picMk id="19" creationId="{60002175-14F5-47B1-8087-4221ABE96BB8}"/>
          </ac:picMkLst>
        </pc:picChg>
        <pc:picChg chg="add mod">
          <ac:chgData name="Priyal Vora" userId="c47fc99f99abd40a" providerId="LiveId" clId="{691D7FA3-BF61-4476-A3A0-A1514C6174B9}" dt="2021-12-16T22:38:02.344" v="1013" actId="1076"/>
          <ac:picMkLst>
            <pc:docMk/>
            <pc:sldMk cId="1345229997" sldId="367"/>
            <ac:picMk id="20" creationId="{D393345A-676B-43D6-A46C-8E7D52230528}"/>
          </ac:picMkLst>
        </pc:picChg>
        <pc:picChg chg="add mod">
          <ac:chgData name="Priyal Vora" userId="c47fc99f99abd40a" providerId="LiveId" clId="{691D7FA3-BF61-4476-A3A0-A1514C6174B9}" dt="2021-12-16T22:38:02.344" v="1013" actId="1076"/>
          <ac:picMkLst>
            <pc:docMk/>
            <pc:sldMk cId="1345229997" sldId="367"/>
            <ac:picMk id="21" creationId="{FD866CC5-6E30-4FAE-BE46-F66AF60D8C04}"/>
          </ac:picMkLst>
        </pc:picChg>
        <pc:picChg chg="del">
          <ac:chgData name="Priyal Vora" userId="c47fc99f99abd40a" providerId="LiveId" clId="{691D7FA3-BF61-4476-A3A0-A1514C6174B9}" dt="2021-12-16T22:37:45.352" v="1011" actId="478"/>
          <ac:picMkLst>
            <pc:docMk/>
            <pc:sldMk cId="1345229997" sldId="367"/>
            <ac:picMk id="28" creationId="{8096456A-71E2-4684-9386-DE89C42A1311}"/>
          </ac:picMkLst>
        </pc:picChg>
        <pc:picChg chg="add del">
          <ac:chgData name="Priyal Vora" userId="c47fc99f99abd40a" providerId="LiveId" clId="{691D7FA3-BF61-4476-A3A0-A1514C6174B9}" dt="2021-12-16T22:37:45.352" v="1011" actId="478"/>
          <ac:picMkLst>
            <pc:docMk/>
            <pc:sldMk cId="1345229997" sldId="367"/>
            <ac:picMk id="32" creationId="{F08CB4EF-D733-4BBB-881D-1DB8D93853C0}"/>
          </ac:picMkLst>
        </pc:picChg>
        <pc:picChg chg="add del">
          <ac:chgData name="Priyal Vora" userId="c47fc99f99abd40a" providerId="LiveId" clId="{691D7FA3-BF61-4476-A3A0-A1514C6174B9}" dt="2021-12-16T22:37:45.352" v="1011" actId="478"/>
          <ac:picMkLst>
            <pc:docMk/>
            <pc:sldMk cId="1345229997" sldId="367"/>
            <ac:picMk id="33" creationId="{AB13E044-4953-4CC8-AC38-E8944E128526}"/>
          </ac:picMkLst>
        </pc:picChg>
        <pc:picChg chg="add del">
          <ac:chgData name="Priyal Vora" userId="c47fc99f99abd40a" providerId="LiveId" clId="{691D7FA3-BF61-4476-A3A0-A1514C6174B9}" dt="2021-12-16T22:37:45.352" v="1011" actId="478"/>
          <ac:picMkLst>
            <pc:docMk/>
            <pc:sldMk cId="1345229997" sldId="367"/>
            <ac:picMk id="34" creationId="{73810399-E24C-4E40-981F-234F72C0488B}"/>
          </ac:picMkLst>
        </pc:picChg>
      </pc:sldChg>
      <pc:sldChg chg="modSp new mod">
        <pc:chgData name="Priyal Vora" userId="c47fc99f99abd40a" providerId="LiveId" clId="{691D7FA3-BF61-4476-A3A0-A1514C6174B9}" dt="2021-12-17T23:37:48.920" v="1755" actId="20577"/>
        <pc:sldMkLst>
          <pc:docMk/>
          <pc:sldMk cId="262251731" sldId="368"/>
        </pc:sldMkLst>
        <pc:spChg chg="mod">
          <ac:chgData name="Priyal Vora" userId="c47fc99f99abd40a" providerId="LiveId" clId="{691D7FA3-BF61-4476-A3A0-A1514C6174B9}" dt="2021-12-17T23:27:22.707" v="1484" actId="1076"/>
          <ac:spMkLst>
            <pc:docMk/>
            <pc:sldMk cId="262251731" sldId="368"/>
            <ac:spMk id="2" creationId="{1CDDD9CD-E8C5-4180-BD73-1AF9FF7B0787}"/>
          </ac:spMkLst>
        </pc:spChg>
        <pc:spChg chg="mod">
          <ac:chgData name="Priyal Vora" userId="c47fc99f99abd40a" providerId="LiveId" clId="{691D7FA3-BF61-4476-A3A0-A1514C6174B9}" dt="2021-12-17T23:31:05.038" v="1567" actId="1076"/>
          <ac:spMkLst>
            <pc:docMk/>
            <pc:sldMk cId="262251731" sldId="368"/>
            <ac:spMk id="3" creationId="{0B4A5F52-EEDD-4E14-85B6-309548B9456A}"/>
          </ac:spMkLst>
        </pc:spChg>
        <pc:spChg chg="mod">
          <ac:chgData name="Priyal Vora" userId="c47fc99f99abd40a" providerId="LiveId" clId="{691D7FA3-BF61-4476-A3A0-A1514C6174B9}" dt="2021-12-17T23:37:48.920" v="1755" actId="20577"/>
          <ac:spMkLst>
            <pc:docMk/>
            <pc:sldMk cId="262251731" sldId="368"/>
            <ac:spMk id="4" creationId="{8D325175-32D7-42E0-BB26-5ACFBA1E7BAA}"/>
          </ac:spMkLst>
        </pc:spChg>
      </pc:sldChg>
      <pc:sldMasterChg chg="delSldLayout">
        <pc:chgData name="Priyal Vora" userId="c47fc99f99abd40a" providerId="LiveId" clId="{691D7FA3-BF61-4476-A3A0-A1514C6174B9}" dt="2021-12-16T22:40:39.886" v="1101" actId="47"/>
        <pc:sldMasterMkLst>
          <pc:docMk/>
          <pc:sldMasterMk cId="3595336832" sldId="2147483708"/>
        </pc:sldMasterMkLst>
        <pc:sldLayoutChg chg="del">
          <pc:chgData name="Priyal Vora" userId="c47fc99f99abd40a" providerId="LiveId" clId="{691D7FA3-BF61-4476-A3A0-A1514C6174B9}" dt="2021-12-16T21:57:39.489" v="351" actId="2696"/>
          <pc:sldLayoutMkLst>
            <pc:docMk/>
            <pc:sldMasterMk cId="3595336832" sldId="2147483708"/>
            <pc:sldLayoutMk cId="2272217566" sldId="2147483726"/>
          </pc:sldLayoutMkLst>
        </pc:sldLayoutChg>
        <pc:sldLayoutChg chg="del">
          <pc:chgData name="Priyal Vora" userId="c47fc99f99abd40a" providerId="LiveId" clId="{691D7FA3-BF61-4476-A3A0-A1514C6174B9}" dt="2021-12-16T22:40:39.886" v="1101" actId="47"/>
          <pc:sldLayoutMkLst>
            <pc:docMk/>
            <pc:sldMasterMk cId="3595336832" sldId="2147483708"/>
            <pc:sldLayoutMk cId="2464424013" sldId="2147483726"/>
          </pc:sldLayoutMkLst>
        </pc:sldLayoutChg>
        <pc:sldLayoutChg chg="del">
          <pc:chgData name="Priyal Vora" userId="c47fc99f99abd40a" providerId="LiveId" clId="{691D7FA3-BF61-4476-A3A0-A1514C6174B9}" dt="2021-12-16T22:21:36.564" v="703" actId="47"/>
          <pc:sldLayoutMkLst>
            <pc:docMk/>
            <pc:sldMasterMk cId="3595336832" sldId="2147483708"/>
            <pc:sldLayoutMk cId="4060083868" sldId="2147483726"/>
          </pc:sldLayoutMkLst>
        </pc:sldLayoutChg>
      </pc:sldMasterChg>
      <pc:sldMasterChg chg="del delSldLayout">
        <pc:chgData name="Priyal Vora" userId="c47fc99f99abd40a" providerId="LiveId" clId="{691D7FA3-BF61-4476-A3A0-A1514C6174B9}" dt="2021-12-16T22:40:38.471" v="1100" actId="47"/>
        <pc:sldMasterMkLst>
          <pc:docMk/>
          <pc:sldMasterMk cId="707702995" sldId="2147483727"/>
        </pc:sldMasterMkLst>
        <pc:sldLayoutChg chg="del">
          <pc:chgData name="Priyal Vora" userId="c47fc99f99abd40a" providerId="LiveId" clId="{691D7FA3-BF61-4476-A3A0-A1514C6174B9}" dt="2021-12-16T22:40:38.471" v="1100" actId="47"/>
          <pc:sldLayoutMkLst>
            <pc:docMk/>
            <pc:sldMasterMk cId="707702995" sldId="2147483727"/>
            <pc:sldLayoutMk cId="3334467501" sldId="2147483728"/>
          </pc:sldLayoutMkLst>
        </pc:sldLayoutChg>
        <pc:sldLayoutChg chg="del">
          <pc:chgData name="Priyal Vora" userId="c47fc99f99abd40a" providerId="LiveId" clId="{691D7FA3-BF61-4476-A3A0-A1514C6174B9}" dt="2021-12-16T22:40:38.471" v="1100" actId="47"/>
          <pc:sldLayoutMkLst>
            <pc:docMk/>
            <pc:sldMasterMk cId="707702995" sldId="2147483727"/>
            <pc:sldLayoutMk cId="1547469964" sldId="2147483729"/>
          </pc:sldLayoutMkLst>
        </pc:sldLayoutChg>
        <pc:sldLayoutChg chg="del">
          <pc:chgData name="Priyal Vora" userId="c47fc99f99abd40a" providerId="LiveId" clId="{691D7FA3-BF61-4476-A3A0-A1514C6174B9}" dt="2021-12-16T22:40:38.471" v="1100" actId="47"/>
          <pc:sldLayoutMkLst>
            <pc:docMk/>
            <pc:sldMasterMk cId="707702995" sldId="2147483727"/>
            <pc:sldLayoutMk cId="4013749402" sldId="2147483730"/>
          </pc:sldLayoutMkLst>
        </pc:sldLayoutChg>
        <pc:sldLayoutChg chg="del">
          <pc:chgData name="Priyal Vora" userId="c47fc99f99abd40a" providerId="LiveId" clId="{691D7FA3-BF61-4476-A3A0-A1514C6174B9}" dt="2021-12-16T22:40:38.471" v="1100" actId="47"/>
          <pc:sldLayoutMkLst>
            <pc:docMk/>
            <pc:sldMasterMk cId="707702995" sldId="2147483727"/>
            <pc:sldLayoutMk cId="868012065" sldId="2147483731"/>
          </pc:sldLayoutMkLst>
        </pc:sldLayoutChg>
        <pc:sldLayoutChg chg="del">
          <pc:chgData name="Priyal Vora" userId="c47fc99f99abd40a" providerId="LiveId" clId="{691D7FA3-BF61-4476-A3A0-A1514C6174B9}" dt="2021-12-16T22:40:38.471" v="1100" actId="47"/>
          <pc:sldLayoutMkLst>
            <pc:docMk/>
            <pc:sldMasterMk cId="707702995" sldId="2147483727"/>
            <pc:sldLayoutMk cId="541358825" sldId="2147483732"/>
          </pc:sldLayoutMkLst>
        </pc:sldLayoutChg>
        <pc:sldLayoutChg chg="del">
          <pc:chgData name="Priyal Vora" userId="c47fc99f99abd40a" providerId="LiveId" clId="{691D7FA3-BF61-4476-A3A0-A1514C6174B9}" dt="2021-12-16T22:40:38.471" v="1100" actId="47"/>
          <pc:sldLayoutMkLst>
            <pc:docMk/>
            <pc:sldMasterMk cId="707702995" sldId="2147483727"/>
            <pc:sldLayoutMk cId="1441195489" sldId="2147483733"/>
          </pc:sldLayoutMkLst>
        </pc:sldLayoutChg>
        <pc:sldLayoutChg chg="del">
          <pc:chgData name="Priyal Vora" userId="c47fc99f99abd40a" providerId="LiveId" clId="{691D7FA3-BF61-4476-A3A0-A1514C6174B9}" dt="2021-12-16T22:40:38.471" v="1100" actId="47"/>
          <pc:sldLayoutMkLst>
            <pc:docMk/>
            <pc:sldMasterMk cId="707702995" sldId="2147483727"/>
            <pc:sldLayoutMk cId="2046270615" sldId="2147483734"/>
          </pc:sldLayoutMkLst>
        </pc:sldLayoutChg>
        <pc:sldLayoutChg chg="del">
          <pc:chgData name="Priyal Vora" userId="c47fc99f99abd40a" providerId="LiveId" clId="{691D7FA3-BF61-4476-A3A0-A1514C6174B9}" dt="2021-12-16T22:40:38.471" v="1100" actId="47"/>
          <pc:sldLayoutMkLst>
            <pc:docMk/>
            <pc:sldMasterMk cId="707702995" sldId="2147483727"/>
            <pc:sldLayoutMk cId="1107834571" sldId="2147483735"/>
          </pc:sldLayoutMkLst>
        </pc:sldLayoutChg>
        <pc:sldLayoutChg chg="del">
          <pc:chgData name="Priyal Vora" userId="c47fc99f99abd40a" providerId="LiveId" clId="{691D7FA3-BF61-4476-A3A0-A1514C6174B9}" dt="2021-12-16T22:40:38.471" v="1100" actId="47"/>
          <pc:sldLayoutMkLst>
            <pc:docMk/>
            <pc:sldMasterMk cId="707702995" sldId="2147483727"/>
            <pc:sldLayoutMk cId="202154452" sldId="2147483736"/>
          </pc:sldLayoutMkLst>
        </pc:sldLayoutChg>
        <pc:sldLayoutChg chg="del">
          <pc:chgData name="Priyal Vora" userId="c47fc99f99abd40a" providerId="LiveId" clId="{691D7FA3-BF61-4476-A3A0-A1514C6174B9}" dt="2021-12-16T22:40:38.471" v="1100" actId="47"/>
          <pc:sldLayoutMkLst>
            <pc:docMk/>
            <pc:sldMasterMk cId="707702995" sldId="2147483727"/>
            <pc:sldLayoutMk cId="3631437047" sldId="2147483737"/>
          </pc:sldLayoutMkLst>
        </pc:sldLayoutChg>
        <pc:sldLayoutChg chg="del">
          <pc:chgData name="Priyal Vora" userId="c47fc99f99abd40a" providerId="LiveId" clId="{691D7FA3-BF61-4476-A3A0-A1514C6174B9}" dt="2021-12-16T22:40:38.471" v="1100" actId="47"/>
          <pc:sldLayoutMkLst>
            <pc:docMk/>
            <pc:sldMasterMk cId="707702995" sldId="2147483727"/>
            <pc:sldLayoutMk cId="2163363271" sldId="2147483738"/>
          </pc:sldLayoutMkLst>
        </pc:sldLayoutChg>
      </pc:sldMasterChg>
      <pc:sldMasterChg chg="del delSldLayout">
        <pc:chgData name="Priyal Vora" userId="c47fc99f99abd40a" providerId="LiveId" clId="{691D7FA3-BF61-4476-A3A0-A1514C6174B9}" dt="2021-12-16T22:28:43.842" v="861" actId="47"/>
        <pc:sldMasterMkLst>
          <pc:docMk/>
          <pc:sldMasterMk cId="2222800639" sldId="2147483727"/>
        </pc:sldMasterMkLst>
        <pc:sldLayoutChg chg="del">
          <pc:chgData name="Priyal Vora" userId="c47fc99f99abd40a" providerId="LiveId" clId="{691D7FA3-BF61-4476-A3A0-A1514C6174B9}" dt="2021-12-16T22:28:43.842" v="861" actId="47"/>
          <pc:sldLayoutMkLst>
            <pc:docMk/>
            <pc:sldMasterMk cId="2222800639" sldId="2147483727"/>
            <pc:sldLayoutMk cId="57898266" sldId="2147483728"/>
          </pc:sldLayoutMkLst>
        </pc:sldLayoutChg>
        <pc:sldLayoutChg chg="del">
          <pc:chgData name="Priyal Vora" userId="c47fc99f99abd40a" providerId="LiveId" clId="{691D7FA3-BF61-4476-A3A0-A1514C6174B9}" dt="2021-12-16T22:28:43.842" v="861" actId="47"/>
          <pc:sldLayoutMkLst>
            <pc:docMk/>
            <pc:sldMasterMk cId="2222800639" sldId="2147483727"/>
            <pc:sldLayoutMk cId="3039789641" sldId="2147483729"/>
          </pc:sldLayoutMkLst>
        </pc:sldLayoutChg>
        <pc:sldLayoutChg chg="del">
          <pc:chgData name="Priyal Vora" userId="c47fc99f99abd40a" providerId="LiveId" clId="{691D7FA3-BF61-4476-A3A0-A1514C6174B9}" dt="2021-12-16T22:28:43.842" v="861" actId="47"/>
          <pc:sldLayoutMkLst>
            <pc:docMk/>
            <pc:sldMasterMk cId="2222800639" sldId="2147483727"/>
            <pc:sldLayoutMk cId="3278028058" sldId="2147483730"/>
          </pc:sldLayoutMkLst>
        </pc:sldLayoutChg>
        <pc:sldLayoutChg chg="del">
          <pc:chgData name="Priyal Vora" userId="c47fc99f99abd40a" providerId="LiveId" clId="{691D7FA3-BF61-4476-A3A0-A1514C6174B9}" dt="2021-12-16T22:28:43.842" v="861" actId="47"/>
          <pc:sldLayoutMkLst>
            <pc:docMk/>
            <pc:sldMasterMk cId="2222800639" sldId="2147483727"/>
            <pc:sldLayoutMk cId="1281006431" sldId="2147483731"/>
          </pc:sldLayoutMkLst>
        </pc:sldLayoutChg>
        <pc:sldLayoutChg chg="del">
          <pc:chgData name="Priyal Vora" userId="c47fc99f99abd40a" providerId="LiveId" clId="{691D7FA3-BF61-4476-A3A0-A1514C6174B9}" dt="2021-12-16T22:28:43.842" v="861" actId="47"/>
          <pc:sldLayoutMkLst>
            <pc:docMk/>
            <pc:sldMasterMk cId="2222800639" sldId="2147483727"/>
            <pc:sldLayoutMk cId="214173823" sldId="2147483732"/>
          </pc:sldLayoutMkLst>
        </pc:sldLayoutChg>
        <pc:sldLayoutChg chg="del">
          <pc:chgData name="Priyal Vora" userId="c47fc99f99abd40a" providerId="LiveId" clId="{691D7FA3-BF61-4476-A3A0-A1514C6174B9}" dt="2021-12-16T22:28:43.842" v="861" actId="47"/>
          <pc:sldLayoutMkLst>
            <pc:docMk/>
            <pc:sldMasterMk cId="2222800639" sldId="2147483727"/>
            <pc:sldLayoutMk cId="1410422802" sldId="2147483733"/>
          </pc:sldLayoutMkLst>
        </pc:sldLayoutChg>
        <pc:sldLayoutChg chg="del">
          <pc:chgData name="Priyal Vora" userId="c47fc99f99abd40a" providerId="LiveId" clId="{691D7FA3-BF61-4476-A3A0-A1514C6174B9}" dt="2021-12-16T22:28:43.842" v="861" actId="47"/>
          <pc:sldLayoutMkLst>
            <pc:docMk/>
            <pc:sldMasterMk cId="2222800639" sldId="2147483727"/>
            <pc:sldLayoutMk cId="4004811837" sldId="2147483734"/>
          </pc:sldLayoutMkLst>
        </pc:sldLayoutChg>
        <pc:sldLayoutChg chg="del">
          <pc:chgData name="Priyal Vora" userId="c47fc99f99abd40a" providerId="LiveId" clId="{691D7FA3-BF61-4476-A3A0-A1514C6174B9}" dt="2021-12-16T22:28:43.842" v="861" actId="47"/>
          <pc:sldLayoutMkLst>
            <pc:docMk/>
            <pc:sldMasterMk cId="2222800639" sldId="2147483727"/>
            <pc:sldLayoutMk cId="290271927" sldId="2147483735"/>
          </pc:sldLayoutMkLst>
        </pc:sldLayoutChg>
        <pc:sldLayoutChg chg="del">
          <pc:chgData name="Priyal Vora" userId="c47fc99f99abd40a" providerId="LiveId" clId="{691D7FA3-BF61-4476-A3A0-A1514C6174B9}" dt="2021-12-16T22:28:43.842" v="861" actId="47"/>
          <pc:sldLayoutMkLst>
            <pc:docMk/>
            <pc:sldMasterMk cId="2222800639" sldId="2147483727"/>
            <pc:sldLayoutMk cId="2982218198" sldId="2147483736"/>
          </pc:sldLayoutMkLst>
        </pc:sldLayoutChg>
        <pc:sldLayoutChg chg="del">
          <pc:chgData name="Priyal Vora" userId="c47fc99f99abd40a" providerId="LiveId" clId="{691D7FA3-BF61-4476-A3A0-A1514C6174B9}" dt="2021-12-16T22:28:43.842" v="861" actId="47"/>
          <pc:sldLayoutMkLst>
            <pc:docMk/>
            <pc:sldMasterMk cId="2222800639" sldId="2147483727"/>
            <pc:sldLayoutMk cId="2396324273" sldId="2147483737"/>
          </pc:sldLayoutMkLst>
        </pc:sldLayoutChg>
        <pc:sldLayoutChg chg="del">
          <pc:chgData name="Priyal Vora" userId="c47fc99f99abd40a" providerId="LiveId" clId="{691D7FA3-BF61-4476-A3A0-A1514C6174B9}" dt="2021-12-16T22:28:43.842" v="861" actId="47"/>
          <pc:sldLayoutMkLst>
            <pc:docMk/>
            <pc:sldMasterMk cId="2222800639" sldId="2147483727"/>
            <pc:sldLayoutMk cId="4262656483" sldId="2147483738"/>
          </pc:sldLayoutMkLst>
        </pc:sldLayoutChg>
      </pc:sldMasterChg>
    </pc:docChg>
  </pc:docChgLst>
  <pc:docChgLst>
    <pc:chgData name="Payal, Sushmita" userId="S::spayal@purdue.edu::3ab635c0-28d9-446a-bebe-f8e9c4a429ac" providerId="AD" clId="Web-{E38DF276-0ADA-4C6E-A272-86924F8EE4AC}"/>
    <pc:docChg chg="delSld modSld modSection">
      <pc:chgData name="Payal, Sushmita" userId="S::spayal@purdue.edu::3ab635c0-28d9-446a-bebe-f8e9c4a429ac" providerId="AD" clId="Web-{E38DF276-0ADA-4C6E-A272-86924F8EE4AC}" dt="2021-11-19T05:27:15.259" v="364"/>
      <pc:docMkLst>
        <pc:docMk/>
      </pc:docMkLst>
      <pc:sldChg chg="modSp">
        <pc:chgData name="Payal, Sushmita" userId="S::spayal@purdue.edu::3ab635c0-28d9-446a-bebe-f8e9c4a429ac" providerId="AD" clId="Web-{E38DF276-0ADA-4C6E-A272-86924F8EE4AC}" dt="2021-11-19T05:17:21.720" v="357" actId="20577"/>
        <pc:sldMkLst>
          <pc:docMk/>
          <pc:sldMk cId="1953427592" sldId="295"/>
        </pc:sldMkLst>
        <pc:spChg chg="mod">
          <ac:chgData name="Payal, Sushmita" userId="S::spayal@purdue.edu::3ab635c0-28d9-446a-bebe-f8e9c4a429ac" providerId="AD" clId="Web-{E38DF276-0ADA-4C6E-A272-86924F8EE4AC}" dt="2021-11-19T05:17:21.720" v="357" actId="20577"/>
          <ac:spMkLst>
            <pc:docMk/>
            <pc:sldMk cId="1953427592" sldId="295"/>
            <ac:spMk id="17" creationId="{C727A7CB-8A59-4F08-8A5B-EEEFC0A15E8A}"/>
          </ac:spMkLst>
        </pc:spChg>
      </pc:sldChg>
      <pc:sldChg chg="del">
        <pc:chgData name="Payal, Sushmita" userId="S::spayal@purdue.edu::3ab635c0-28d9-446a-bebe-f8e9c4a429ac" providerId="AD" clId="Web-{E38DF276-0ADA-4C6E-A272-86924F8EE4AC}" dt="2021-11-19T05:26:52.885" v="359"/>
        <pc:sldMkLst>
          <pc:docMk/>
          <pc:sldMk cId="1161242840" sldId="298"/>
        </pc:sldMkLst>
      </pc:sldChg>
      <pc:sldChg chg="del">
        <pc:chgData name="Payal, Sushmita" userId="S::spayal@purdue.edu::3ab635c0-28d9-446a-bebe-f8e9c4a429ac" providerId="AD" clId="Web-{E38DF276-0ADA-4C6E-A272-86924F8EE4AC}" dt="2021-11-19T05:26:55.197" v="360"/>
        <pc:sldMkLst>
          <pc:docMk/>
          <pc:sldMk cId="1225070043" sldId="314"/>
        </pc:sldMkLst>
      </pc:sldChg>
      <pc:sldChg chg="del">
        <pc:chgData name="Payal, Sushmita" userId="S::spayal@purdue.edu::3ab635c0-28d9-446a-bebe-f8e9c4a429ac" providerId="AD" clId="Web-{E38DF276-0ADA-4C6E-A272-86924F8EE4AC}" dt="2021-11-19T05:26:50.369" v="358"/>
        <pc:sldMkLst>
          <pc:docMk/>
          <pc:sldMk cId="3377120152" sldId="341"/>
        </pc:sldMkLst>
      </pc:sldChg>
      <pc:sldChg chg="del">
        <pc:chgData name="Payal, Sushmita" userId="S::spayal@purdue.edu::3ab635c0-28d9-446a-bebe-f8e9c4a429ac" providerId="AD" clId="Web-{E38DF276-0ADA-4C6E-A272-86924F8EE4AC}" dt="2021-11-19T05:26:57.978" v="361"/>
        <pc:sldMkLst>
          <pc:docMk/>
          <pc:sldMk cId="3448389578" sldId="342"/>
        </pc:sldMkLst>
      </pc:sldChg>
      <pc:sldChg chg="del">
        <pc:chgData name="Payal, Sushmita" userId="S::spayal@purdue.edu::3ab635c0-28d9-446a-bebe-f8e9c4a429ac" providerId="AD" clId="Web-{E38DF276-0ADA-4C6E-A272-86924F8EE4AC}" dt="2021-11-19T05:27:11.197" v="363"/>
        <pc:sldMkLst>
          <pc:docMk/>
          <pc:sldMk cId="1755024774" sldId="343"/>
        </pc:sldMkLst>
      </pc:sldChg>
      <pc:sldChg chg="del">
        <pc:chgData name="Payal, Sushmita" userId="S::spayal@purdue.edu::3ab635c0-28d9-446a-bebe-f8e9c4a429ac" providerId="AD" clId="Web-{E38DF276-0ADA-4C6E-A272-86924F8EE4AC}" dt="2021-11-19T05:27:15.259" v="364"/>
        <pc:sldMkLst>
          <pc:docMk/>
          <pc:sldMk cId="968631497" sldId="344"/>
        </pc:sldMkLst>
      </pc:sldChg>
      <pc:sldChg chg="del">
        <pc:chgData name="Payal, Sushmita" userId="S::spayal@purdue.edu::3ab635c0-28d9-446a-bebe-f8e9c4a429ac" providerId="AD" clId="Web-{E38DF276-0ADA-4C6E-A272-86924F8EE4AC}" dt="2021-11-19T05:27:08.728" v="362"/>
        <pc:sldMkLst>
          <pc:docMk/>
          <pc:sldMk cId="2248620069" sldId="348"/>
        </pc:sldMkLst>
      </pc:sldChg>
    </pc:docChg>
  </pc:docChgLst>
  <pc:docChgLst>
    <pc:chgData name="Bajaj, Utkarsh" userId="S::ubajaj@purdue.edu::65e9f734-f050-4456-9a74-fa9801290d81" providerId="AD" clId="Web-{D88912CA-A406-4B00-A25C-A423D66C7DC4}"/>
    <pc:docChg chg="modSld">
      <pc:chgData name="Bajaj, Utkarsh" userId="S::ubajaj@purdue.edu::65e9f734-f050-4456-9a74-fa9801290d81" providerId="AD" clId="Web-{D88912CA-A406-4B00-A25C-A423D66C7DC4}" dt="2021-11-19T12:54:41.709" v="24"/>
      <pc:docMkLst>
        <pc:docMk/>
      </pc:docMkLst>
      <pc:sldChg chg="modSp">
        <pc:chgData name="Bajaj, Utkarsh" userId="S::ubajaj@purdue.edu::65e9f734-f050-4456-9a74-fa9801290d81" providerId="AD" clId="Web-{D88912CA-A406-4B00-A25C-A423D66C7DC4}" dt="2021-11-19T12:54:13.834" v="12" actId="20577"/>
        <pc:sldMkLst>
          <pc:docMk/>
          <pc:sldMk cId="2843729693" sldId="352"/>
        </pc:sldMkLst>
        <pc:spChg chg="mod">
          <ac:chgData name="Bajaj, Utkarsh" userId="S::ubajaj@purdue.edu::65e9f734-f050-4456-9a74-fa9801290d81" providerId="AD" clId="Web-{D88912CA-A406-4B00-A25C-A423D66C7DC4}" dt="2021-11-19T12:54:13.834" v="12" actId="20577"/>
          <ac:spMkLst>
            <pc:docMk/>
            <pc:sldMk cId="2843729693" sldId="352"/>
            <ac:spMk id="8" creationId="{C39D0CBD-7E30-4187-8A41-5D3A3E4DBCE1}"/>
          </ac:spMkLst>
        </pc:spChg>
      </pc:sldChg>
      <pc:sldChg chg="addSp modSp">
        <pc:chgData name="Bajaj, Utkarsh" userId="S::ubajaj@purdue.edu::65e9f734-f050-4456-9a74-fa9801290d81" providerId="AD" clId="Web-{D88912CA-A406-4B00-A25C-A423D66C7DC4}" dt="2021-11-19T12:50:08.382" v="1"/>
        <pc:sldMkLst>
          <pc:docMk/>
          <pc:sldMk cId="1052422682" sldId="362"/>
        </pc:sldMkLst>
        <pc:graphicFrameChg chg="add mod modGraphic">
          <ac:chgData name="Bajaj, Utkarsh" userId="S::ubajaj@purdue.edu::65e9f734-f050-4456-9a74-fa9801290d81" providerId="AD" clId="Web-{D88912CA-A406-4B00-A25C-A423D66C7DC4}" dt="2021-11-19T12:50:08.382" v="1"/>
          <ac:graphicFrameMkLst>
            <pc:docMk/>
            <pc:sldMk cId="1052422682" sldId="362"/>
            <ac:graphicFrameMk id="3" creationId="{C43371CA-75D4-48F9-B995-62F1912900A4}"/>
          </ac:graphicFrameMkLst>
        </pc:graphicFrameChg>
      </pc:sldChg>
      <pc:sldChg chg="addSp delSp modSp">
        <pc:chgData name="Bajaj, Utkarsh" userId="S::ubajaj@purdue.edu::65e9f734-f050-4456-9a74-fa9801290d81" providerId="AD" clId="Web-{D88912CA-A406-4B00-A25C-A423D66C7DC4}" dt="2021-11-19T12:54:41.709" v="24"/>
        <pc:sldMkLst>
          <pc:docMk/>
          <pc:sldMk cId="943728823" sldId="364"/>
        </pc:sldMkLst>
        <pc:spChg chg="del">
          <ac:chgData name="Bajaj, Utkarsh" userId="S::ubajaj@purdue.edu::65e9f734-f050-4456-9a74-fa9801290d81" providerId="AD" clId="Web-{D88912CA-A406-4B00-A25C-A423D66C7DC4}" dt="2021-11-19T12:52:19.069" v="3"/>
          <ac:spMkLst>
            <pc:docMk/>
            <pc:sldMk cId="943728823" sldId="364"/>
            <ac:spMk id="3" creationId="{F9B0C5D4-7C6A-4416-8383-591533CE9E24}"/>
          </ac:spMkLst>
        </pc:spChg>
        <pc:spChg chg="del">
          <ac:chgData name="Bajaj, Utkarsh" userId="S::ubajaj@purdue.edu::65e9f734-f050-4456-9a74-fa9801290d81" providerId="AD" clId="Web-{D88912CA-A406-4B00-A25C-A423D66C7DC4}" dt="2021-11-19T12:52:16.163" v="2"/>
          <ac:spMkLst>
            <pc:docMk/>
            <pc:sldMk cId="943728823" sldId="364"/>
            <ac:spMk id="4" creationId="{0C76546C-4FAD-4B2D-9EBA-6809C8A9AF44}"/>
          </ac:spMkLst>
        </pc:spChg>
        <pc:graphicFrameChg chg="add mod modGraphic">
          <ac:chgData name="Bajaj, Utkarsh" userId="S::ubajaj@purdue.edu::65e9f734-f050-4456-9a74-fa9801290d81" providerId="AD" clId="Web-{D88912CA-A406-4B00-A25C-A423D66C7DC4}" dt="2021-11-19T12:54:41.709" v="24"/>
          <ac:graphicFrameMkLst>
            <pc:docMk/>
            <pc:sldMk cId="943728823" sldId="364"/>
            <ac:graphicFrameMk id="8" creationId="{60BF00E3-50E0-4803-8430-8B499FBF2570}"/>
          </ac:graphicFrameMkLst>
        </pc:graphicFrameChg>
      </pc:sldChg>
    </pc:docChg>
  </pc:docChgLst>
  <pc:docChgLst>
    <pc:chgData name="Priyal Vipul Vora" userId="S::vora17@purdue.edu::5171faa1-7a13-4afe-82ec-2aef27776605" providerId="AD" clId="Web-{5D40942F-2935-4BB4-81E6-2A93F61016AD}"/>
    <pc:docChg chg="modSld">
      <pc:chgData name="Priyal Vipul Vora" userId="S::vora17@purdue.edu::5171faa1-7a13-4afe-82ec-2aef27776605" providerId="AD" clId="Web-{5D40942F-2935-4BB4-81E6-2A93F61016AD}" dt="2021-11-19T06:33:29.004" v="0"/>
      <pc:docMkLst>
        <pc:docMk/>
      </pc:docMkLst>
      <pc:sldChg chg="addSp">
        <pc:chgData name="Priyal Vipul Vora" userId="S::vora17@purdue.edu::5171faa1-7a13-4afe-82ec-2aef27776605" providerId="AD" clId="Web-{5D40942F-2935-4BB4-81E6-2A93F61016AD}" dt="2021-11-19T06:33:29.004" v="0"/>
        <pc:sldMkLst>
          <pc:docMk/>
          <pc:sldMk cId="3846680594" sldId="294"/>
        </pc:sldMkLst>
        <pc:spChg chg="add">
          <ac:chgData name="Priyal Vipul Vora" userId="S::vora17@purdue.edu::5171faa1-7a13-4afe-82ec-2aef27776605" providerId="AD" clId="Web-{5D40942F-2935-4BB4-81E6-2A93F61016AD}" dt="2021-11-19T06:33:29.004" v="0"/>
          <ac:spMkLst>
            <pc:docMk/>
            <pc:sldMk cId="3846680594" sldId="294"/>
            <ac:spMk id="3" creationId="{87F51449-577E-4897-A92C-ED8B1C0CEE1C}"/>
          </ac:spMkLst>
        </pc:spChg>
      </pc:sldChg>
    </pc:docChg>
  </pc:docChgLst>
  <pc:docChgLst>
    <pc:chgData name="Priyal Vipul Vora" userId="S::vora17@purdue.edu::5171faa1-7a13-4afe-82ec-2aef27776605" providerId="AD" clId="Web-{85970777-381D-487D-8D1F-ADAE60B99F8C}"/>
    <pc:docChg chg="modSld">
      <pc:chgData name="Priyal Vipul Vora" userId="S::vora17@purdue.edu::5171faa1-7a13-4afe-82ec-2aef27776605" providerId="AD" clId="Web-{85970777-381D-487D-8D1F-ADAE60B99F8C}" dt="2021-11-19T05:29:09.689" v="176" actId="20577"/>
      <pc:docMkLst>
        <pc:docMk/>
      </pc:docMkLst>
      <pc:sldChg chg="modSp">
        <pc:chgData name="Priyal Vipul Vora" userId="S::vora17@purdue.edu::5171faa1-7a13-4afe-82ec-2aef27776605" providerId="AD" clId="Web-{85970777-381D-487D-8D1F-ADAE60B99F8C}" dt="2021-11-19T05:29:09.689" v="176" actId="20577"/>
        <pc:sldMkLst>
          <pc:docMk/>
          <pc:sldMk cId="1953427592" sldId="295"/>
        </pc:sldMkLst>
        <pc:spChg chg="mod">
          <ac:chgData name="Priyal Vipul Vora" userId="S::vora17@purdue.edu::5171faa1-7a13-4afe-82ec-2aef27776605" providerId="AD" clId="Web-{85970777-381D-487D-8D1F-ADAE60B99F8C}" dt="2021-11-19T05:29:09.689" v="176" actId="20577"/>
          <ac:spMkLst>
            <pc:docMk/>
            <pc:sldMk cId="1953427592" sldId="295"/>
            <ac:spMk id="20" creationId="{2A2162F9-F060-43F0-B7C5-89FB56F132F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3C1EAF9-4718-034F-90B3-1E23D9FC38C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17E4E72-6179-DD41-84BE-14680CA07B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4DF351A-5EA2-C146-A10F-CD8C6A7F8C0C}" type="datetime1">
              <a:rPr lang="en-US" smtClean="0"/>
              <a:t>12/17/2021</a:t>
            </a:fld>
            <a:endParaRPr lang="en-US"/>
          </a:p>
        </p:txBody>
      </p:sp>
      <p:sp>
        <p:nvSpPr>
          <p:cNvPr id="4" name="Footer Placeholder 3">
            <a:extLst>
              <a:ext uri="{FF2B5EF4-FFF2-40B4-BE49-F238E27FC236}">
                <a16:creationId xmlns:a16="http://schemas.microsoft.com/office/drawing/2014/main" id="{75F144C2-3F80-4342-9BD6-697909F44FA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6226BFA-00F6-034C-8865-C10242FD9A6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141FFB6-B16B-9547-A849-38D74703E65D}" type="slidenum">
              <a:rPr lang="en-US" smtClean="0"/>
              <a:t>‹#›</a:t>
            </a:fld>
            <a:endParaRPr lang="en-US"/>
          </a:p>
        </p:txBody>
      </p:sp>
    </p:spTree>
    <p:extLst>
      <p:ext uri="{BB962C8B-B14F-4D97-AF65-F5344CB8AC3E}">
        <p14:creationId xmlns:p14="http://schemas.microsoft.com/office/powerpoint/2010/main" val="3855451265"/>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C410F0-6477-C64C-B9A1-FDB330E4BF64}" type="datetime1">
              <a:rPr lang="en-US" smtClean="0"/>
              <a:t>12/17/2021</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04D96B-BF35-6342-BF49-131378446712}" type="slidenum">
              <a:rPr lang="en-US" smtClean="0"/>
              <a:t>‹#›</a:t>
            </a:fld>
            <a:endParaRPr lang="en-US"/>
          </a:p>
        </p:txBody>
      </p:sp>
    </p:spTree>
    <p:extLst>
      <p:ext uri="{BB962C8B-B14F-4D97-AF65-F5344CB8AC3E}">
        <p14:creationId xmlns:p14="http://schemas.microsoft.com/office/powerpoint/2010/main" val="300630429"/>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ccessibility Statement">
    <p:bg>
      <p:bgPr>
        <a:solidFill>
          <a:schemeClr val="accent2"/>
        </a:solidFill>
        <a:effectLst/>
      </p:bgPr>
    </p:bg>
    <p:spTree>
      <p:nvGrpSpPr>
        <p:cNvPr id="1" name=""/>
        <p:cNvGrpSpPr/>
        <p:nvPr/>
      </p:nvGrpSpPr>
      <p:grpSpPr>
        <a:xfrm>
          <a:off x="0" y="0"/>
          <a:ext cx="0" cy="0"/>
          <a:chOff x="0" y="0"/>
          <a:chExt cx="0" cy="0"/>
        </a:xfrm>
      </p:grpSpPr>
      <p:sp>
        <p:nvSpPr>
          <p:cNvPr id="14" name="Accessibility Text">
            <a:extLst>
              <a:ext uri="{FF2B5EF4-FFF2-40B4-BE49-F238E27FC236}">
                <a16:creationId xmlns:a16="http://schemas.microsoft.com/office/drawing/2014/main" id="{0D6DAF39-EE35-6843-807B-FF770BE21293}"/>
              </a:ext>
            </a:extLst>
          </p:cNvPr>
          <p:cNvSpPr>
            <a:spLocks noGrp="1"/>
          </p:cNvSpPr>
          <p:nvPr>
            <p:ph type="ctrTitle" hasCustomPrompt="1"/>
          </p:nvPr>
        </p:nvSpPr>
        <p:spPr bwMode="blackWhite">
          <a:xfrm>
            <a:off x="1116151" y="1884218"/>
            <a:ext cx="5976381" cy="1752018"/>
          </a:xfrm>
          <a:prstGeom prst="rect">
            <a:avLst/>
          </a:prstGeom>
          <a:noFill/>
          <a:ln w="38100">
            <a:noFill/>
          </a:ln>
        </p:spPr>
        <p:txBody>
          <a:bodyPr wrap="square" lIns="0" tIns="0" rIns="0" bIns="0" anchor="t" anchorCtr="0">
            <a:spAutoFit/>
          </a:bodyPr>
          <a:lstStyle>
            <a:lvl1pPr algn="l">
              <a:defRPr sz="1800" b="0" i="0" cap="none" spc="0">
                <a:solidFill>
                  <a:schemeClr val="bg1"/>
                </a:solidFill>
                <a:latin typeface="Acumin Pro" panose="020B0504020202020204" pitchFamily="34" charset="77"/>
              </a:defRPr>
            </a:lvl1pPr>
          </a:lstStyle>
          <a:p>
            <a:r>
              <a:rPr lang="en-US">
                <a:effectLst/>
                <a:latin typeface="Acumin Pro" panose="020B0504020202020204" pitchFamily="34" charset="77"/>
              </a:rPr>
              <a:t>Support the Purdue University brand in your presentations by using a brand-friendly template. This template uses an accessible master layout. Please note that some changes  to the PowerPoint template could impact accessibility by those with disabilities. Follow the instructions provided by Microsoft Office to ensure that your PowerPoint presentations are accessible to all users:</a:t>
            </a:r>
          </a:p>
        </p:txBody>
      </p:sp>
      <p:sp>
        <p:nvSpPr>
          <p:cNvPr id="18" name="Microsoft Accessibility URL">
            <a:extLst>
              <a:ext uri="{FF2B5EF4-FFF2-40B4-BE49-F238E27FC236}">
                <a16:creationId xmlns:a16="http://schemas.microsoft.com/office/drawing/2014/main" id="{787D9F17-6276-3E46-A218-B3EF30CA7E56}"/>
              </a:ext>
            </a:extLst>
          </p:cNvPr>
          <p:cNvSpPr txBox="1"/>
          <p:nvPr userDrawn="1"/>
        </p:nvSpPr>
        <p:spPr>
          <a:xfrm>
            <a:off x="1110838" y="3953491"/>
            <a:ext cx="6128758" cy="830997"/>
          </a:xfrm>
          <a:prstGeom prst="rect">
            <a:avLst/>
          </a:prstGeom>
          <a:noFill/>
        </p:spPr>
        <p:txBody>
          <a:bodyPr wrap="square" lIns="0" tIns="0" rIns="0" bIns="0" rtlCol="0">
            <a:spAutoFit/>
          </a:bodyPr>
          <a:lstStyle/>
          <a:p>
            <a:r>
              <a:rPr lang="en-US">
                <a:solidFill>
                  <a:schemeClr val="accent1"/>
                </a:solidFill>
                <a:effectLst/>
                <a:latin typeface="Acumin Pro" panose="020B0504020202020204" pitchFamily="34" charset="77"/>
              </a:rPr>
              <a:t>https://</a:t>
            </a:r>
            <a:r>
              <a:rPr lang="en-US" err="1">
                <a:solidFill>
                  <a:schemeClr val="accent1"/>
                </a:solidFill>
                <a:effectLst/>
                <a:latin typeface="Acumin Pro" panose="020B0504020202020204" pitchFamily="34" charset="77"/>
              </a:rPr>
              <a:t>support.office.com</a:t>
            </a:r>
            <a:r>
              <a:rPr lang="en-US">
                <a:solidFill>
                  <a:schemeClr val="accent1"/>
                </a:solidFill>
                <a:effectLst/>
                <a:latin typeface="Acumin Pro" panose="020B0504020202020204" pitchFamily="34" charset="77"/>
              </a:rPr>
              <a:t>/</a:t>
            </a:r>
            <a:r>
              <a:rPr lang="en-US" err="1">
                <a:solidFill>
                  <a:schemeClr val="accent1"/>
                </a:solidFill>
                <a:effectLst/>
                <a:latin typeface="Acumin Pro" panose="020B0504020202020204" pitchFamily="34" charset="77"/>
              </a:rPr>
              <a:t>en</a:t>
            </a:r>
            <a:r>
              <a:rPr lang="en-US">
                <a:solidFill>
                  <a:schemeClr val="accent1"/>
                </a:solidFill>
                <a:effectLst/>
                <a:latin typeface="Acumin Pro" panose="020B0504020202020204" pitchFamily="34" charset="77"/>
              </a:rPr>
              <a:t>-us/article/Make-your-PowerPoint-presentations-accessible-6f7772b2-2f33-4bd2-8ca7-dae3b2b3ef25</a:t>
            </a:r>
            <a:endParaRPr lang="en-US">
              <a:solidFill>
                <a:schemeClr val="accent1"/>
              </a:solidFill>
            </a:endParaRPr>
          </a:p>
        </p:txBody>
      </p:sp>
      <p:cxnSp>
        <p:nvCxnSpPr>
          <p:cNvPr id="13" name="Line 1">
            <a:extLst>
              <a:ext uri="{FF2B5EF4-FFF2-40B4-BE49-F238E27FC236}">
                <a16:creationId xmlns:a16="http://schemas.microsoft.com/office/drawing/2014/main" id="{A746CD05-A191-A442-A002-3AD9F5CCAD2A}"/>
              </a:ext>
            </a:extLst>
          </p:cNvPr>
          <p:cNvCxnSpPr>
            <a:cxnSpLocks/>
          </p:cNvCxnSpPr>
          <p:nvPr userDrawn="1"/>
        </p:nvCxnSpPr>
        <p:spPr>
          <a:xfrm flipH="1">
            <a:off x="429836" y="318798"/>
            <a:ext cx="56301" cy="517324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Line 2">
            <a:extLst>
              <a:ext uri="{FF2B5EF4-FFF2-40B4-BE49-F238E27FC236}">
                <a16:creationId xmlns:a16="http://schemas.microsoft.com/office/drawing/2014/main" id="{461AAE78-C01B-DD4E-A8D1-EE36B5982A91}"/>
              </a:ext>
            </a:extLst>
          </p:cNvPr>
          <p:cNvCxnSpPr>
            <a:cxnSpLocks/>
          </p:cNvCxnSpPr>
          <p:nvPr userDrawn="1"/>
        </p:nvCxnSpPr>
        <p:spPr>
          <a:xfrm>
            <a:off x="3491931" y="318798"/>
            <a:ext cx="0" cy="131016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9" name="Gold Triangle">
            <a:extLst>
              <a:ext uri="{FF2B5EF4-FFF2-40B4-BE49-F238E27FC236}">
                <a16:creationId xmlns:a16="http://schemas.microsoft.com/office/drawing/2014/main" id="{6C3B8210-1510-C644-9CE9-0E6E1BA9961F}"/>
              </a:ext>
            </a:extLst>
          </p:cNvPr>
          <p:cNvPicPr>
            <a:picLocks noChangeAspect="1"/>
          </p:cNvPicPr>
          <p:nvPr userDrawn="1"/>
        </p:nvPicPr>
        <p:blipFill>
          <a:blip r:embed="rId2"/>
          <a:stretch>
            <a:fillRect/>
          </a:stretch>
        </p:blipFill>
        <p:spPr>
          <a:xfrm>
            <a:off x="7366000" y="0"/>
            <a:ext cx="1778000" cy="6858000"/>
          </a:xfrm>
          <a:prstGeom prst="rect">
            <a:avLst/>
          </a:prstGeom>
        </p:spPr>
      </p:pic>
      <p:sp>
        <p:nvSpPr>
          <p:cNvPr id="19" name="Date">
            <a:extLst>
              <a:ext uri="{FF2B5EF4-FFF2-40B4-BE49-F238E27FC236}">
                <a16:creationId xmlns:a16="http://schemas.microsoft.com/office/drawing/2014/main" id="{AAF94E19-ED71-7845-B4E1-5D3EA4F2593F}"/>
              </a:ext>
            </a:extLst>
          </p:cNvPr>
          <p:cNvSpPr>
            <a:spLocks noGrp="1"/>
          </p:cNvSpPr>
          <p:nvPr>
            <p:ph type="dt" sz="half" idx="10"/>
          </p:nvPr>
        </p:nvSpPr>
        <p:spPr>
          <a:xfrm>
            <a:off x="7628707" y="6202177"/>
            <a:ext cx="752200" cy="323968"/>
          </a:xfrm>
        </p:spPr>
        <p:txBody>
          <a:bodyPr/>
          <a:lstStyle>
            <a:lvl1pPr>
              <a:defRPr>
                <a:solidFill>
                  <a:schemeClr val="tx1">
                    <a:alpha val="70000"/>
                  </a:schemeClr>
                </a:solidFill>
              </a:defRPr>
            </a:lvl1pPr>
          </a:lstStyle>
          <a:p>
            <a:fld id="{049DC8E1-D369-0F48-9062-BB068AFD07CE}" type="datetime1">
              <a:rPr lang="en-US" smtClean="0"/>
              <a:pPr/>
              <a:t>12/17/2021</a:t>
            </a:fld>
            <a:endParaRPr lang="en-US"/>
          </a:p>
        </p:txBody>
      </p:sp>
      <p:cxnSp>
        <p:nvCxnSpPr>
          <p:cNvPr id="22" name="Line 3">
            <a:extLst>
              <a:ext uri="{FF2B5EF4-FFF2-40B4-BE49-F238E27FC236}">
                <a16:creationId xmlns:a16="http://schemas.microsoft.com/office/drawing/2014/main" id="{6E05FCF8-5823-9D4D-B7F3-412E5BDD4E01}"/>
              </a:ext>
            </a:extLst>
          </p:cNvPr>
          <p:cNvCxnSpPr>
            <a:cxnSpLocks/>
          </p:cNvCxnSpPr>
          <p:nvPr userDrawn="1"/>
        </p:nvCxnSpPr>
        <p:spPr>
          <a:xfrm>
            <a:off x="8400500" y="6270568"/>
            <a:ext cx="0" cy="1600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Slide Number">
            <a:extLst>
              <a:ext uri="{FF2B5EF4-FFF2-40B4-BE49-F238E27FC236}">
                <a16:creationId xmlns:a16="http://schemas.microsoft.com/office/drawing/2014/main" id="{14A543BD-A296-7346-B649-5BA64898AF2C}"/>
              </a:ext>
            </a:extLst>
          </p:cNvPr>
          <p:cNvSpPr>
            <a:spLocks noGrp="1"/>
          </p:cNvSpPr>
          <p:nvPr>
            <p:ph type="sldNum" sz="quarter" idx="12"/>
          </p:nvPr>
        </p:nvSpPr>
        <p:spPr>
          <a:xfrm>
            <a:off x="8474334" y="6181281"/>
            <a:ext cx="365760" cy="365760"/>
          </a:xfrm>
        </p:spPr>
        <p:txBody>
          <a:bodyPr/>
          <a:lstStyle>
            <a:lvl1pPr>
              <a:defRPr>
                <a:solidFill>
                  <a:schemeClr val="tx1"/>
                </a:solidFill>
              </a:defRPr>
            </a:lvl1pPr>
          </a:lstStyle>
          <a:p>
            <a:fld id="{8A7A6979-0714-4377-B894-6BE4C2D6E202}" type="slidenum">
              <a:rPr lang="en-US" smtClean="0"/>
              <a:pPr/>
              <a:t>‹#›</a:t>
            </a:fld>
            <a:endParaRPr lang="en-US"/>
          </a:p>
        </p:txBody>
      </p:sp>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74948" y="6041202"/>
            <a:ext cx="3573724" cy="381631"/>
          </a:xfrm>
          <a:prstGeom prst="rect">
            <a:avLst/>
          </a:prstGeom>
        </p:spPr>
      </p:pic>
    </p:spTree>
    <p:extLst>
      <p:ext uri="{BB962C8B-B14F-4D97-AF65-F5344CB8AC3E}">
        <p14:creationId xmlns:p14="http://schemas.microsoft.com/office/powerpoint/2010/main" val="5741884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264">
          <p15:clr>
            <a:srgbClr val="FBAE40"/>
          </p15:clr>
        </p15:guide>
        <p15:guide id="8" orient="horz" pos="192">
          <p15:clr>
            <a:srgbClr val="FBAE40"/>
          </p15:clr>
        </p15:guide>
        <p15:guide id="9" pos="696" userDrawn="1">
          <p15:clr>
            <a:srgbClr val="FBAE40"/>
          </p15:clr>
        </p15:guide>
        <p15:guide id="10" orient="horz" pos="381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2"/>
        </a:solidFill>
        <a:effectLst/>
      </p:bgPr>
    </p:bg>
    <p:spTree>
      <p:nvGrpSpPr>
        <p:cNvPr id="1" name=""/>
        <p:cNvGrpSpPr/>
        <p:nvPr/>
      </p:nvGrpSpPr>
      <p:grpSpPr>
        <a:xfrm>
          <a:off x="0" y="0"/>
          <a:ext cx="0" cy="0"/>
          <a:chOff x="0" y="0"/>
          <a:chExt cx="0" cy="0"/>
        </a:xfrm>
      </p:grpSpPr>
      <p:sp>
        <p:nvSpPr>
          <p:cNvPr id="20" name="Gold Background">
            <a:extLst>
              <a:ext uri="{FF2B5EF4-FFF2-40B4-BE49-F238E27FC236}">
                <a16:creationId xmlns:a16="http://schemas.microsoft.com/office/drawing/2014/main" id="{EACB2F0C-1C3D-CD48-AD13-7B5AD683F7C7}"/>
              </a:ext>
            </a:extLst>
          </p:cNvPr>
          <p:cNvSpPr/>
          <p:nvPr userDrawn="1"/>
        </p:nvSpPr>
        <p:spPr>
          <a:xfrm>
            <a:off x="0" y="0"/>
            <a:ext cx="9144000" cy="68580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hasCustomPrompt="1"/>
          </p:nvPr>
        </p:nvSpPr>
        <p:spPr bwMode="blackWhite">
          <a:xfrm>
            <a:off x="1116116" y="1626244"/>
            <a:ext cx="5933959" cy="1523494"/>
          </a:xfrm>
          <a:prstGeom prst="rect">
            <a:avLst/>
          </a:prstGeom>
          <a:noFill/>
          <a:ln w="38100">
            <a:noFill/>
          </a:ln>
        </p:spPr>
        <p:txBody>
          <a:bodyPr wrap="square" lIns="0" tIns="0" rIns="0" bIns="0" anchor="t" anchorCtr="0">
            <a:spAutoFit/>
          </a:bodyPr>
          <a:lstStyle>
            <a:lvl1pPr algn="l">
              <a:lnSpc>
                <a:spcPct val="80000"/>
              </a:lnSpc>
              <a:defRPr sz="6000" b="1" i="1" spc="0">
                <a:solidFill>
                  <a:schemeClr val="bg1"/>
                </a:solidFill>
                <a:latin typeface="Acumin Pro ExtraCondensed" panose="020B0508020202020204" pitchFamily="34" charset="77"/>
              </a:defRPr>
            </a:lvl1pPr>
          </a:lstStyle>
          <a:p>
            <a:r>
              <a:rPr lang="en-US"/>
              <a:t>Title Slide </a:t>
            </a:r>
            <a:r>
              <a:rPr lang="en-US" err="1"/>
              <a:t>Acumin</a:t>
            </a:r>
            <a:r>
              <a:rPr lang="en-US"/>
              <a:t> Pro Extra Cond Bold Italic 60</a:t>
            </a:r>
          </a:p>
        </p:txBody>
      </p:sp>
      <p:sp>
        <p:nvSpPr>
          <p:cNvPr id="3" name="Subtitle"/>
          <p:cNvSpPr>
            <a:spLocks noGrp="1"/>
          </p:cNvSpPr>
          <p:nvPr>
            <p:ph type="subTitle" idx="1" hasCustomPrompt="1"/>
          </p:nvPr>
        </p:nvSpPr>
        <p:spPr>
          <a:xfrm>
            <a:off x="1121760" y="3990084"/>
            <a:ext cx="5322202" cy="336015"/>
          </a:xfrm>
          <a:noFill/>
        </p:spPr>
        <p:txBody>
          <a:bodyPr wrap="square" lIns="0" tIns="0" rIns="0" bIns="0" anchor="t" anchorCtr="0">
            <a:spAutoFit/>
          </a:bodyPr>
          <a:lstStyle>
            <a:lvl1pPr marL="0" indent="0" algn="l">
              <a:buNone/>
              <a:defRPr sz="2200" b="1" i="0">
                <a:solidFill>
                  <a:schemeClr val="bg2"/>
                </a:solidFill>
                <a:latin typeface="Acumin Pro SemiCondensed" panose="020B0506020202020204" pitchFamily="34" charset="77"/>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a:t>
            </a:r>
            <a:r>
              <a:rPr lang="en-US" err="1"/>
              <a:t>Acumin</a:t>
            </a:r>
            <a:r>
              <a:rPr lang="en-US"/>
              <a:t> Pro Semi Cond Bold 22 </a:t>
            </a:r>
            <a:r>
              <a:rPr lang="en-US" err="1"/>
              <a:t>pt</a:t>
            </a:r>
            <a:endParaRPr lang="en-US"/>
          </a:p>
        </p:txBody>
      </p:sp>
      <p:pic>
        <p:nvPicPr>
          <p:cNvPr id="25" name="Black Triangle">
            <a:extLst>
              <a:ext uri="{FF2B5EF4-FFF2-40B4-BE49-F238E27FC236}">
                <a16:creationId xmlns:a16="http://schemas.microsoft.com/office/drawing/2014/main" id="{B39FD579-3334-AA49-8C7F-768033BE0C6B}"/>
              </a:ext>
            </a:extLst>
          </p:cNvPr>
          <p:cNvPicPr>
            <a:picLocks noChangeAspect="1"/>
          </p:cNvPicPr>
          <p:nvPr userDrawn="1"/>
        </p:nvPicPr>
        <p:blipFill>
          <a:blip r:embed="rId2"/>
          <a:stretch>
            <a:fillRect/>
          </a:stretch>
        </p:blipFill>
        <p:spPr>
          <a:xfrm>
            <a:off x="7366000" y="0"/>
            <a:ext cx="1778000" cy="6858000"/>
          </a:xfrm>
          <a:prstGeom prst="rect">
            <a:avLst/>
          </a:prstGeom>
        </p:spPr>
      </p:pic>
      <p:sp>
        <p:nvSpPr>
          <p:cNvPr id="7" name="Date"/>
          <p:cNvSpPr>
            <a:spLocks noGrp="1"/>
          </p:cNvSpPr>
          <p:nvPr>
            <p:ph type="dt" sz="half" idx="10"/>
          </p:nvPr>
        </p:nvSpPr>
        <p:spPr/>
        <p:txBody>
          <a:bodyPr/>
          <a:lstStyle>
            <a:lvl1pPr>
              <a:defRPr>
                <a:solidFill>
                  <a:schemeClr val="tx1">
                    <a:alpha val="70000"/>
                  </a:schemeClr>
                </a:solidFill>
              </a:defRPr>
            </a:lvl1pPr>
          </a:lstStyle>
          <a:p>
            <a:fld id="{049DC8E1-D369-0F48-9062-BB068AFD07CE}" type="datetime1">
              <a:rPr lang="en-US" smtClean="0"/>
              <a:pPr/>
              <a:t>12/17/2021</a:t>
            </a:fld>
            <a:endParaRPr lang="en-US"/>
          </a:p>
        </p:txBody>
      </p:sp>
      <p:cxnSp>
        <p:nvCxnSpPr>
          <p:cNvPr id="33" name="Line">
            <a:extLst>
              <a:ext uri="{FF2B5EF4-FFF2-40B4-BE49-F238E27FC236}">
                <a16:creationId xmlns:a16="http://schemas.microsoft.com/office/drawing/2014/main" id="{E61121D3-034C-A148-89AD-C240C1E7F6F7}"/>
              </a:ext>
            </a:extLst>
          </p:cNvPr>
          <p:cNvCxnSpPr>
            <a:cxnSpLocks/>
          </p:cNvCxnSpPr>
          <p:nvPr userDrawn="1"/>
        </p:nvCxnSpPr>
        <p:spPr>
          <a:xfrm>
            <a:off x="8400500" y="6270568"/>
            <a:ext cx="0" cy="1600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Slide Number"/>
          <p:cNvSpPr>
            <a:spLocks noGrp="1"/>
          </p:cNvSpPr>
          <p:nvPr>
            <p:ph type="sldNum" sz="quarter" idx="12"/>
          </p:nvPr>
        </p:nvSpPr>
        <p:spPr/>
        <p:txBody>
          <a:bodyPr/>
          <a:lstStyle>
            <a:lvl1pPr>
              <a:defRPr>
                <a:solidFill>
                  <a:schemeClr val="tx1"/>
                </a:solidFill>
              </a:defRPr>
            </a:lvl1pPr>
          </a:lstStyle>
          <a:p>
            <a:fld id="{8A7A6979-0714-4377-B894-6BE4C2D6E202}" type="slidenum">
              <a:rPr lang="en-US" smtClean="0"/>
              <a:pPr/>
              <a:t>‹#›</a:t>
            </a:fld>
            <a:endParaRPr lang="en-US"/>
          </a:p>
        </p:txBody>
      </p:sp>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74948" y="6041202"/>
            <a:ext cx="3573724" cy="381631"/>
          </a:xfrm>
          <a:prstGeom prst="rect">
            <a:avLst/>
          </a:prstGeom>
        </p:spPr>
      </p:pic>
    </p:spTree>
    <p:extLst>
      <p:ext uri="{BB962C8B-B14F-4D97-AF65-F5344CB8AC3E}">
        <p14:creationId xmlns:p14="http://schemas.microsoft.com/office/powerpoint/2010/main" val="24635021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guide id="3" orient="horz" pos="3960" userDrawn="1">
          <p15:clr>
            <a:srgbClr val="FBAE40"/>
          </p15:clr>
        </p15:guide>
        <p15:guide id="4" pos="4464" userDrawn="1">
          <p15:clr>
            <a:srgbClr val="FBAE40"/>
          </p15:clr>
        </p15:guide>
        <p15:guide id="5" pos="5136" userDrawn="1">
          <p15:clr>
            <a:srgbClr val="FBAE40"/>
          </p15:clr>
        </p15:guide>
        <p15:guide id="6" orient="horz" pos="4080" userDrawn="1">
          <p15:clr>
            <a:srgbClr val="FBAE40"/>
          </p15:clr>
        </p15:guide>
        <p15:guide id="8" pos="69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Slide - Copy">
    <p:bg>
      <p:bgPr>
        <a:solidFill>
          <a:schemeClr val="accent2"/>
        </a:solidFill>
        <a:effectLst/>
      </p:bgPr>
    </p:bg>
    <p:spTree>
      <p:nvGrpSpPr>
        <p:cNvPr id="1" name=""/>
        <p:cNvGrpSpPr/>
        <p:nvPr/>
      </p:nvGrpSpPr>
      <p:grpSpPr>
        <a:xfrm>
          <a:off x="0" y="0"/>
          <a:ext cx="0" cy="0"/>
          <a:chOff x="0" y="0"/>
          <a:chExt cx="0" cy="0"/>
        </a:xfrm>
      </p:grpSpPr>
      <p:pic>
        <p:nvPicPr>
          <p:cNvPr id="27" name="Black Bar">
            <a:extLst>
              <a:ext uri="{FF2B5EF4-FFF2-40B4-BE49-F238E27FC236}">
                <a16:creationId xmlns:a16="http://schemas.microsoft.com/office/drawing/2014/main" id="{6283C7A5-FA96-634B-82F6-99BF44D20F7C}"/>
              </a:ext>
            </a:extLst>
          </p:cNvPr>
          <p:cNvPicPr>
            <a:picLocks noChangeAspect="1"/>
          </p:cNvPicPr>
          <p:nvPr userDrawn="1"/>
        </p:nvPicPr>
        <p:blipFill>
          <a:blip r:embed="rId2"/>
          <a:stretch>
            <a:fillRect/>
          </a:stretch>
        </p:blipFill>
        <p:spPr>
          <a:xfrm>
            <a:off x="5257" y="0"/>
            <a:ext cx="8636000" cy="914400"/>
          </a:xfrm>
          <a:prstGeom prst="rect">
            <a:avLst/>
          </a:prstGeom>
        </p:spPr>
      </p:pic>
      <p:sp>
        <p:nvSpPr>
          <p:cNvPr id="2" name="Title"/>
          <p:cNvSpPr>
            <a:spLocks noGrp="1"/>
          </p:cNvSpPr>
          <p:nvPr>
            <p:ph type="ctrTitle" hasCustomPrompt="1"/>
          </p:nvPr>
        </p:nvSpPr>
        <p:spPr bwMode="blackWhite">
          <a:xfrm>
            <a:off x="1117214" y="442674"/>
            <a:ext cx="6925732" cy="512448"/>
          </a:xfrm>
          <a:prstGeom prst="rect">
            <a:avLst/>
          </a:prstGeom>
          <a:noFill/>
          <a:ln w="38100">
            <a:noFill/>
          </a:ln>
        </p:spPr>
        <p:txBody>
          <a:bodyPr wrap="square" lIns="0" tIns="0" rIns="0" bIns="0" anchor="t" anchorCtr="0">
            <a:spAutoFit/>
          </a:bodyPr>
          <a:lstStyle>
            <a:lvl1pPr algn="l">
              <a:defRPr sz="3600" b="1" i="1" cap="none" spc="0">
                <a:solidFill>
                  <a:schemeClr val="tx2"/>
                </a:solidFill>
                <a:latin typeface="Acumin Pro ExtraCondensed" panose="020B0508020202020204" pitchFamily="34" charset="77"/>
              </a:defRPr>
            </a:lvl1pPr>
          </a:lstStyle>
          <a:p>
            <a:r>
              <a:rPr lang="en-US"/>
              <a:t>Title </a:t>
            </a:r>
            <a:r>
              <a:rPr lang="en-US" err="1"/>
              <a:t>Acumin</a:t>
            </a:r>
            <a:r>
              <a:rPr lang="en-US"/>
              <a:t> Pro Extra Cond Bold Italic 36 </a:t>
            </a:r>
            <a:r>
              <a:rPr lang="en-US" err="1"/>
              <a:t>pt</a:t>
            </a:r>
            <a:endParaRPr lang="en-US"/>
          </a:p>
        </p:txBody>
      </p:sp>
      <p:sp>
        <p:nvSpPr>
          <p:cNvPr id="3" name="Subhead"/>
          <p:cNvSpPr>
            <a:spLocks noGrp="1"/>
          </p:cNvSpPr>
          <p:nvPr>
            <p:ph type="subTitle" idx="1" hasCustomPrompt="1"/>
          </p:nvPr>
        </p:nvSpPr>
        <p:spPr>
          <a:xfrm>
            <a:off x="1117213" y="1345166"/>
            <a:ext cx="5491495" cy="341599"/>
          </a:xfrm>
          <a:noFill/>
        </p:spPr>
        <p:txBody>
          <a:bodyPr wrap="square" lIns="0" tIns="0" rIns="0" bIns="0" anchor="t" anchorCtr="0">
            <a:spAutoFit/>
          </a:bodyPr>
          <a:lstStyle>
            <a:lvl1pPr marL="0" indent="0" algn="l">
              <a:buNone/>
              <a:defRPr sz="2200" b="1" i="0">
                <a:solidFill>
                  <a:schemeClr val="bg2"/>
                </a:solidFill>
                <a:latin typeface="Acumin Pro SemiCondensed" panose="020B0506020202020204" pitchFamily="34" charset="77"/>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Subhead </a:t>
            </a:r>
            <a:r>
              <a:rPr lang="en-US" err="1"/>
              <a:t>Acumin</a:t>
            </a:r>
            <a:r>
              <a:rPr lang="en-US"/>
              <a:t> Pro Semi Cond Bold 22 </a:t>
            </a:r>
            <a:r>
              <a:rPr lang="en-US" err="1"/>
              <a:t>pt</a:t>
            </a:r>
            <a:endParaRPr lang="en-US"/>
          </a:p>
        </p:txBody>
      </p:sp>
      <p:sp>
        <p:nvSpPr>
          <p:cNvPr id="25" name="Body Text">
            <a:extLst>
              <a:ext uri="{FF2B5EF4-FFF2-40B4-BE49-F238E27FC236}">
                <a16:creationId xmlns:a16="http://schemas.microsoft.com/office/drawing/2014/main" id="{9F798712-4535-8340-942F-27FFD5E3FE9B}"/>
              </a:ext>
            </a:extLst>
          </p:cNvPr>
          <p:cNvSpPr>
            <a:spLocks noGrp="1"/>
          </p:cNvSpPr>
          <p:nvPr>
            <p:ph type="body" sz="quarter" idx="14" hasCustomPrompt="1"/>
          </p:nvPr>
        </p:nvSpPr>
        <p:spPr>
          <a:xfrm>
            <a:off x="1821465" y="1962540"/>
            <a:ext cx="5524500"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800" b="0" i="0" normalizeH="0" baseline="0">
                <a:solidFill>
                  <a:schemeClr val="bg1"/>
                </a:solidFill>
                <a:latin typeface="Acumin Pro" panose="020B0504020202020204" pitchFamily="34" charset="77"/>
              </a:defRPr>
            </a:lvl1pPr>
          </a:lstStyle>
          <a:p>
            <a:pPr lvl="0"/>
            <a:r>
              <a:rPr lang="en-US"/>
              <a:t>Bulleted copy. </a:t>
            </a:r>
            <a:r>
              <a:rPr lang="en-US" err="1"/>
              <a:t>Acumin</a:t>
            </a:r>
            <a:r>
              <a:rPr lang="en-US"/>
              <a:t> Pro Reg 18 pt. Keep it short with bite-size chunks of information.</a:t>
            </a:r>
          </a:p>
          <a:p>
            <a:pPr lvl="0"/>
            <a:endParaRPr lang="en-US"/>
          </a:p>
          <a:p>
            <a:pPr lvl="0"/>
            <a:r>
              <a:rPr lang="en-US"/>
              <a:t>Bulleted copy. </a:t>
            </a:r>
            <a:r>
              <a:rPr lang="en-US" err="1"/>
              <a:t>Acumin</a:t>
            </a:r>
            <a:r>
              <a:rPr lang="en-US"/>
              <a:t> Pro Reg 18 pt. Keep it short with bite-size chunks of information.</a:t>
            </a:r>
          </a:p>
          <a:p>
            <a:pPr lvl="0"/>
            <a:endParaRPr lang="en-US"/>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a:t>Bulleted copy. </a:t>
            </a:r>
            <a:r>
              <a:rPr lang="en-US" err="1"/>
              <a:t>Acumin</a:t>
            </a:r>
            <a:r>
              <a:rPr lang="en-US"/>
              <a:t> Pro Reg 18 pt. Keep it short with bite-size chunks of information.</a:t>
            </a:r>
          </a:p>
          <a:p>
            <a:pPr lvl="0"/>
            <a:endParaRPr lang="en-US"/>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a:t>Bulleted copy. </a:t>
            </a:r>
            <a:r>
              <a:rPr lang="en-US" err="1"/>
              <a:t>Acumin</a:t>
            </a:r>
            <a:r>
              <a:rPr lang="en-US"/>
              <a:t> Pro Reg 18 pt. Keep it short with bite-size chunks of information.</a:t>
            </a:r>
          </a:p>
          <a:p>
            <a:pPr lvl="0"/>
            <a:endParaRPr lang="en-US"/>
          </a:p>
        </p:txBody>
      </p:sp>
      <p:sp>
        <p:nvSpPr>
          <p:cNvPr id="28" name="Date">
            <a:extLst>
              <a:ext uri="{FF2B5EF4-FFF2-40B4-BE49-F238E27FC236}">
                <a16:creationId xmlns:a16="http://schemas.microsoft.com/office/drawing/2014/main" id="{32B67432-75BE-B145-B884-FF16D239EAF2}"/>
              </a:ext>
            </a:extLst>
          </p:cNvPr>
          <p:cNvSpPr>
            <a:spLocks noGrp="1"/>
          </p:cNvSpPr>
          <p:nvPr>
            <p:ph type="dt" sz="half" idx="2"/>
          </p:nvPr>
        </p:nvSpPr>
        <p:spPr>
          <a:xfrm>
            <a:off x="7628707" y="6202177"/>
            <a:ext cx="752200" cy="323968"/>
          </a:xfrm>
          <a:prstGeom prst="rect">
            <a:avLst/>
          </a:prstGeom>
        </p:spPr>
        <p:txBody>
          <a:bodyPr vert="horz" lIns="91440" tIns="45720" rIns="91440" bIns="45720" rtlCol="0" anchor="ctr"/>
          <a:lstStyle>
            <a:lvl1pPr algn="r">
              <a:defRPr sz="1000" b="0" i="0">
                <a:solidFill>
                  <a:schemeClr val="bg1">
                    <a:alpha val="70000"/>
                  </a:schemeClr>
                </a:solidFill>
                <a:latin typeface="Acumin Pro" panose="020B0504020202020204" pitchFamily="34" charset="77"/>
              </a:defRPr>
            </a:lvl1pPr>
          </a:lstStyle>
          <a:p>
            <a:fld id="{E0C8DACD-4E35-4E4C-AC75-C3DE50F04E7E}" type="datetime1">
              <a:rPr lang="en-US" smtClean="0"/>
              <a:pPr/>
              <a:t>12/17/2021</a:t>
            </a:fld>
            <a:endParaRPr lang="en-US"/>
          </a:p>
        </p:txBody>
      </p:sp>
      <p:cxnSp>
        <p:nvCxnSpPr>
          <p:cNvPr id="30" name="Line">
            <a:extLst>
              <a:ext uri="{FF2B5EF4-FFF2-40B4-BE49-F238E27FC236}">
                <a16:creationId xmlns:a16="http://schemas.microsoft.com/office/drawing/2014/main" id="{58350E96-57A4-414B-9B8B-1430C2B4D38E}"/>
              </a:ext>
            </a:extLst>
          </p:cNvPr>
          <p:cNvCxnSpPr>
            <a:cxnSpLocks/>
          </p:cNvCxnSpPr>
          <p:nvPr userDrawn="1"/>
        </p:nvCxnSpPr>
        <p:spPr>
          <a:xfrm>
            <a:off x="8400500" y="6270568"/>
            <a:ext cx="0" cy="1600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Slide Number">
            <a:extLst>
              <a:ext uri="{FF2B5EF4-FFF2-40B4-BE49-F238E27FC236}">
                <a16:creationId xmlns:a16="http://schemas.microsoft.com/office/drawing/2014/main" id="{49E8753C-A442-034F-B0F4-92D22B3247FE}"/>
              </a:ext>
            </a:extLst>
          </p:cNvPr>
          <p:cNvSpPr>
            <a:spLocks noGrp="1"/>
          </p:cNvSpPr>
          <p:nvPr>
            <p:ph type="sldNum" sz="quarter" idx="4"/>
          </p:nvPr>
        </p:nvSpPr>
        <p:spPr>
          <a:xfrm>
            <a:off x="8474334" y="6181281"/>
            <a:ext cx="365760" cy="365760"/>
          </a:xfrm>
          <a:prstGeom prst="ellipse">
            <a:avLst/>
          </a:prstGeom>
          <a:noFill/>
        </p:spPr>
        <p:txBody>
          <a:bodyPr vert="horz" lIns="18288" tIns="45720" rIns="18288" bIns="45720" rtlCol="0" anchor="ctr">
            <a:noAutofit/>
          </a:bodyPr>
          <a:lstStyle>
            <a:lvl1pPr algn="ctr">
              <a:defRPr sz="1000" b="1" i="0" spc="0" baseline="0">
                <a:solidFill>
                  <a:schemeClr val="bg1"/>
                </a:solidFill>
                <a:latin typeface="Acumin Pro Semibold" panose="020B0504020202020204" pitchFamily="34" charset="77"/>
              </a:defRPr>
            </a:lvl1pPr>
          </a:lstStyle>
          <a:p>
            <a:fld id="{8A7A6979-0714-4377-B894-6BE4C2D6E202}" type="slidenum">
              <a:rPr lang="en-US" smtClean="0"/>
              <a:pPr/>
              <a:t>‹#›</a:t>
            </a:fld>
            <a:endParaRPr lang="en-US"/>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74948" y="6041202"/>
            <a:ext cx="3573724" cy="381631"/>
          </a:xfrm>
          <a:prstGeom prst="rect">
            <a:avLst/>
          </a:prstGeom>
        </p:spPr>
      </p:pic>
    </p:spTree>
    <p:extLst>
      <p:ext uri="{BB962C8B-B14F-4D97-AF65-F5344CB8AC3E}">
        <p14:creationId xmlns:p14="http://schemas.microsoft.com/office/powerpoint/2010/main" val="1406754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32" userDrawn="1">
          <p15:clr>
            <a:srgbClr val="FBAE40"/>
          </p15:clr>
        </p15:guide>
        <p15:guide id="7" pos="984" userDrawn="1">
          <p15:clr>
            <a:srgbClr val="FBAE40"/>
          </p15:clr>
        </p15:guide>
        <p15:guide id="8" pos="696" userDrawn="1">
          <p15:clr>
            <a:srgbClr val="FBAE40"/>
          </p15:clr>
        </p15:guide>
        <p15:guide id="9" pos="115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 Copy &amp; Pic/Chart">
    <p:bg>
      <p:bgPr>
        <a:solidFill>
          <a:schemeClr val="accent2"/>
        </a:solidFill>
        <a:effectLst/>
      </p:bgPr>
    </p:bg>
    <p:spTree>
      <p:nvGrpSpPr>
        <p:cNvPr id="1" name=""/>
        <p:cNvGrpSpPr/>
        <p:nvPr/>
      </p:nvGrpSpPr>
      <p:grpSpPr>
        <a:xfrm>
          <a:off x="0" y="0"/>
          <a:ext cx="0" cy="0"/>
          <a:chOff x="0" y="0"/>
          <a:chExt cx="0" cy="0"/>
        </a:xfrm>
      </p:grpSpPr>
      <p:pic>
        <p:nvPicPr>
          <p:cNvPr id="21" name="Black Bar">
            <a:extLst>
              <a:ext uri="{FF2B5EF4-FFF2-40B4-BE49-F238E27FC236}">
                <a16:creationId xmlns:a16="http://schemas.microsoft.com/office/drawing/2014/main" id="{87C91AFD-CCD5-AA40-82FE-4B69C6151917}"/>
              </a:ext>
            </a:extLst>
          </p:cNvPr>
          <p:cNvPicPr>
            <a:picLocks noChangeAspect="1"/>
          </p:cNvPicPr>
          <p:nvPr userDrawn="1"/>
        </p:nvPicPr>
        <p:blipFill>
          <a:blip r:embed="rId2"/>
          <a:stretch>
            <a:fillRect/>
          </a:stretch>
        </p:blipFill>
        <p:spPr>
          <a:xfrm>
            <a:off x="5257" y="0"/>
            <a:ext cx="8636000" cy="914400"/>
          </a:xfrm>
          <a:prstGeom prst="rect">
            <a:avLst/>
          </a:prstGeom>
        </p:spPr>
      </p:pic>
      <p:sp>
        <p:nvSpPr>
          <p:cNvPr id="22" name="Title">
            <a:extLst>
              <a:ext uri="{FF2B5EF4-FFF2-40B4-BE49-F238E27FC236}">
                <a16:creationId xmlns:a16="http://schemas.microsoft.com/office/drawing/2014/main" id="{73768DE6-FB80-874D-8DE0-986B46F1FD05}"/>
              </a:ext>
            </a:extLst>
          </p:cNvPr>
          <p:cNvSpPr>
            <a:spLocks noGrp="1"/>
          </p:cNvSpPr>
          <p:nvPr>
            <p:ph type="ctrTitle" hasCustomPrompt="1"/>
          </p:nvPr>
        </p:nvSpPr>
        <p:spPr bwMode="blackWhite">
          <a:xfrm>
            <a:off x="1117214" y="442674"/>
            <a:ext cx="6925732" cy="512448"/>
          </a:xfrm>
          <a:prstGeom prst="rect">
            <a:avLst/>
          </a:prstGeom>
          <a:noFill/>
          <a:ln w="38100">
            <a:noFill/>
          </a:ln>
        </p:spPr>
        <p:txBody>
          <a:bodyPr wrap="square" lIns="0" tIns="0" rIns="0" bIns="0" anchor="t" anchorCtr="0">
            <a:spAutoFit/>
          </a:bodyPr>
          <a:lstStyle>
            <a:lvl1pPr algn="l">
              <a:defRPr sz="3600" b="1" i="1" cap="none" spc="0">
                <a:solidFill>
                  <a:schemeClr val="tx2"/>
                </a:solidFill>
                <a:latin typeface="Acumin Pro ExtraCondensed" panose="020B0508020202020204" pitchFamily="34" charset="77"/>
              </a:defRPr>
            </a:lvl1pPr>
          </a:lstStyle>
          <a:p>
            <a:r>
              <a:rPr lang="en-US"/>
              <a:t>Title </a:t>
            </a:r>
            <a:r>
              <a:rPr lang="en-US" err="1"/>
              <a:t>Acumin</a:t>
            </a:r>
            <a:r>
              <a:rPr lang="en-US"/>
              <a:t> Pro Extra Cond Bold Italic 36 </a:t>
            </a:r>
            <a:r>
              <a:rPr lang="en-US" err="1"/>
              <a:t>pt</a:t>
            </a:r>
            <a:endParaRPr lang="en-US"/>
          </a:p>
        </p:txBody>
      </p:sp>
      <p:sp>
        <p:nvSpPr>
          <p:cNvPr id="3" name="Subhead"/>
          <p:cNvSpPr>
            <a:spLocks noGrp="1"/>
          </p:cNvSpPr>
          <p:nvPr>
            <p:ph type="subTitle" idx="1" hasCustomPrompt="1"/>
          </p:nvPr>
        </p:nvSpPr>
        <p:spPr>
          <a:xfrm>
            <a:off x="1128501" y="1345166"/>
            <a:ext cx="5466371" cy="338554"/>
          </a:xfrm>
          <a:noFill/>
        </p:spPr>
        <p:txBody>
          <a:bodyPr wrap="square" lIns="0" tIns="0" rIns="0" bIns="0" anchor="t" anchorCtr="0">
            <a:spAutoFit/>
          </a:bodyPr>
          <a:lstStyle>
            <a:lvl1pPr marL="0" indent="0" algn="l">
              <a:buNone/>
              <a:defRPr sz="2200" b="1" i="0">
                <a:solidFill>
                  <a:schemeClr val="bg2"/>
                </a:solidFill>
                <a:latin typeface="Acumin Pro SemiCondensed" panose="020B0506020202020204" pitchFamily="34" charset="77"/>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Subhead </a:t>
            </a:r>
            <a:r>
              <a:rPr lang="en-US" err="1"/>
              <a:t>Acumin</a:t>
            </a:r>
            <a:r>
              <a:rPr lang="en-US"/>
              <a:t> Pro Semi Cond Bold 22 </a:t>
            </a:r>
            <a:r>
              <a:rPr lang="en-US" err="1"/>
              <a:t>pt</a:t>
            </a:r>
            <a:endParaRPr lang="en-US"/>
          </a:p>
        </p:txBody>
      </p:sp>
      <p:sp>
        <p:nvSpPr>
          <p:cNvPr id="19" name="Body Text">
            <a:extLst>
              <a:ext uri="{FF2B5EF4-FFF2-40B4-BE49-F238E27FC236}">
                <a16:creationId xmlns:a16="http://schemas.microsoft.com/office/drawing/2014/main" id="{4B5CCD19-DE21-294C-8B0B-3103725AE082}"/>
              </a:ext>
            </a:extLst>
          </p:cNvPr>
          <p:cNvSpPr>
            <a:spLocks noGrp="1"/>
          </p:cNvSpPr>
          <p:nvPr>
            <p:ph type="body" sz="quarter" idx="14" hasCustomPrompt="1"/>
          </p:nvPr>
        </p:nvSpPr>
        <p:spPr>
          <a:xfrm>
            <a:off x="1128501" y="1917388"/>
            <a:ext cx="3443499"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800" b="0" i="0" normalizeH="0" baseline="0">
                <a:solidFill>
                  <a:schemeClr val="bg1"/>
                </a:solidFill>
                <a:latin typeface="Acumin Pro" panose="020B0504020202020204" pitchFamily="34" charset="77"/>
              </a:defRPr>
            </a:lvl1pPr>
          </a:lstStyle>
          <a:p>
            <a:pPr lvl="0"/>
            <a:r>
              <a:rPr lang="en-US"/>
              <a:t>Bulleted copy. </a:t>
            </a:r>
            <a:r>
              <a:rPr lang="en-US" err="1"/>
              <a:t>Acumin</a:t>
            </a:r>
            <a:r>
              <a:rPr lang="en-US"/>
              <a:t> Pro Reg 18 pt. Keep it short with bite-size chunks of information.</a:t>
            </a:r>
          </a:p>
          <a:p>
            <a:pPr lvl="0"/>
            <a:endParaRPr lang="en-US"/>
          </a:p>
          <a:p>
            <a:pPr lvl="0"/>
            <a:r>
              <a:rPr lang="en-US"/>
              <a:t>Bulleted copy. </a:t>
            </a:r>
            <a:r>
              <a:rPr lang="en-US" err="1"/>
              <a:t>Acumin</a:t>
            </a:r>
            <a:r>
              <a:rPr lang="en-US"/>
              <a:t> Pro Reg 18 pt. Keep it short with bite-size chunks of information.</a:t>
            </a:r>
          </a:p>
          <a:p>
            <a:pPr lvl="0"/>
            <a:endParaRPr lang="en-US"/>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a:t>Bulleted copy. </a:t>
            </a:r>
            <a:r>
              <a:rPr lang="en-US" err="1"/>
              <a:t>Acumin</a:t>
            </a:r>
            <a:r>
              <a:rPr lang="en-US"/>
              <a:t> Pro Reg 18 pt. Keep it short with bite-size chunks of information.</a:t>
            </a:r>
          </a:p>
          <a:p>
            <a:pPr lvl="0"/>
            <a:endParaRPr lang="en-US"/>
          </a:p>
          <a:p>
            <a:pPr lvl="0"/>
            <a:endParaRPr lang="en-US"/>
          </a:p>
        </p:txBody>
      </p:sp>
      <p:sp>
        <p:nvSpPr>
          <p:cNvPr id="10" name="Picture or Chart" descr="Picture or Chart">
            <a:extLst>
              <a:ext uri="{FF2B5EF4-FFF2-40B4-BE49-F238E27FC236}">
                <a16:creationId xmlns:a16="http://schemas.microsoft.com/office/drawing/2014/main" id="{699BD747-48B6-2547-8F7C-25A44594F612}"/>
              </a:ext>
            </a:extLst>
          </p:cNvPr>
          <p:cNvSpPr>
            <a:spLocks noGrp="1"/>
          </p:cNvSpPr>
          <p:nvPr>
            <p:ph sz="quarter" idx="13" hasCustomPrompt="1"/>
          </p:nvPr>
        </p:nvSpPr>
        <p:spPr>
          <a:xfrm>
            <a:off x="4765675" y="1920875"/>
            <a:ext cx="3965575" cy="2982913"/>
          </a:xfrm>
        </p:spPr>
        <p:txBody>
          <a:bodyPr lIns="0" tIns="0" rIns="0" bIns="0" anchor="ctr" anchorCtr="0"/>
          <a:lstStyle>
            <a:lvl1pPr algn="ctr">
              <a:defRPr b="0" i="0">
                <a:solidFill>
                  <a:schemeClr val="bg1"/>
                </a:solidFill>
                <a:latin typeface="Acumin Pro" panose="020B0504020202020204" pitchFamily="34" charset="77"/>
              </a:defRPr>
            </a:lvl1pPr>
            <a:lvl4pPr marL="685800" indent="0" algn="ctr">
              <a:buNone/>
              <a:defRPr>
                <a:solidFill>
                  <a:schemeClr val="bg1"/>
                </a:solidFill>
              </a:defRPr>
            </a:lvl4pPr>
          </a:lstStyle>
          <a:p>
            <a:pPr lvl="0"/>
            <a:r>
              <a:rPr lang="en-US"/>
              <a:t>Insert picture or chart here</a:t>
            </a:r>
          </a:p>
        </p:txBody>
      </p:sp>
      <p:sp>
        <p:nvSpPr>
          <p:cNvPr id="23" name="Date">
            <a:extLst>
              <a:ext uri="{FF2B5EF4-FFF2-40B4-BE49-F238E27FC236}">
                <a16:creationId xmlns:a16="http://schemas.microsoft.com/office/drawing/2014/main" id="{CF069E70-AF49-2042-836A-1CC5C09B9CCB}"/>
              </a:ext>
            </a:extLst>
          </p:cNvPr>
          <p:cNvSpPr>
            <a:spLocks noGrp="1"/>
          </p:cNvSpPr>
          <p:nvPr>
            <p:ph type="dt" sz="half" idx="2"/>
          </p:nvPr>
        </p:nvSpPr>
        <p:spPr>
          <a:xfrm>
            <a:off x="7628707" y="6202177"/>
            <a:ext cx="752200" cy="323968"/>
          </a:xfrm>
          <a:prstGeom prst="rect">
            <a:avLst/>
          </a:prstGeom>
        </p:spPr>
        <p:txBody>
          <a:bodyPr vert="horz" lIns="91440" tIns="45720" rIns="91440" bIns="45720" rtlCol="0" anchor="ctr"/>
          <a:lstStyle>
            <a:lvl1pPr algn="r">
              <a:defRPr sz="1000" b="0" i="0">
                <a:solidFill>
                  <a:schemeClr val="bg1">
                    <a:alpha val="70000"/>
                  </a:schemeClr>
                </a:solidFill>
                <a:latin typeface="Acumin Pro" panose="020B0504020202020204" pitchFamily="34" charset="77"/>
              </a:defRPr>
            </a:lvl1pPr>
          </a:lstStyle>
          <a:p>
            <a:fld id="{E0C8DACD-4E35-4E4C-AC75-C3DE50F04E7E}" type="datetime1">
              <a:rPr lang="en-US" smtClean="0"/>
              <a:pPr/>
              <a:t>12/17/2021</a:t>
            </a:fld>
            <a:endParaRPr lang="en-US"/>
          </a:p>
        </p:txBody>
      </p:sp>
      <p:cxnSp>
        <p:nvCxnSpPr>
          <p:cNvPr id="25" name="Line">
            <a:extLst>
              <a:ext uri="{FF2B5EF4-FFF2-40B4-BE49-F238E27FC236}">
                <a16:creationId xmlns:a16="http://schemas.microsoft.com/office/drawing/2014/main" id="{BCC405A1-23C8-8E4E-940E-49CA3B709385}"/>
              </a:ext>
            </a:extLst>
          </p:cNvPr>
          <p:cNvCxnSpPr>
            <a:cxnSpLocks/>
          </p:cNvCxnSpPr>
          <p:nvPr userDrawn="1"/>
        </p:nvCxnSpPr>
        <p:spPr>
          <a:xfrm>
            <a:off x="8400500" y="6270568"/>
            <a:ext cx="0" cy="1600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Slide Number">
            <a:extLst>
              <a:ext uri="{FF2B5EF4-FFF2-40B4-BE49-F238E27FC236}">
                <a16:creationId xmlns:a16="http://schemas.microsoft.com/office/drawing/2014/main" id="{50D54855-2B56-7D4D-BC1F-BBB8B58B9663}"/>
              </a:ext>
            </a:extLst>
          </p:cNvPr>
          <p:cNvSpPr>
            <a:spLocks noGrp="1"/>
          </p:cNvSpPr>
          <p:nvPr>
            <p:ph type="sldNum" sz="quarter" idx="4"/>
          </p:nvPr>
        </p:nvSpPr>
        <p:spPr>
          <a:xfrm>
            <a:off x="8474334" y="6181281"/>
            <a:ext cx="365760" cy="365760"/>
          </a:xfrm>
          <a:prstGeom prst="ellipse">
            <a:avLst/>
          </a:prstGeom>
          <a:noFill/>
        </p:spPr>
        <p:txBody>
          <a:bodyPr vert="horz" lIns="18288" tIns="45720" rIns="18288" bIns="45720" rtlCol="0" anchor="ctr">
            <a:noAutofit/>
          </a:bodyPr>
          <a:lstStyle>
            <a:lvl1pPr algn="ctr">
              <a:defRPr sz="1000" b="1" i="0" spc="0" baseline="0">
                <a:solidFill>
                  <a:schemeClr val="bg1"/>
                </a:solidFill>
                <a:latin typeface="Acumin Pro Semibold" panose="020B0504020202020204" pitchFamily="34" charset="77"/>
              </a:defRPr>
            </a:lvl1pPr>
          </a:lstStyle>
          <a:p>
            <a:fld id="{8A7A6979-0714-4377-B894-6BE4C2D6E202}" type="slidenum">
              <a:rPr lang="en-US" smtClean="0"/>
              <a:pPr/>
              <a:t>‹#›</a:t>
            </a:fld>
            <a:endParaRPr lang="en-US"/>
          </a:p>
        </p:txBody>
      </p:sp>
      <p:pic>
        <p:nvPicPr>
          <p:cNvPr id="11" name="Picture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74948" y="6041202"/>
            <a:ext cx="3573724" cy="381631"/>
          </a:xfrm>
          <a:prstGeom prst="rect">
            <a:avLst/>
          </a:prstGeom>
        </p:spPr>
      </p:pic>
    </p:spTree>
    <p:extLst>
      <p:ext uri="{BB962C8B-B14F-4D97-AF65-F5344CB8AC3E}">
        <p14:creationId xmlns:p14="http://schemas.microsoft.com/office/powerpoint/2010/main" val="18154640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Slide - Picture">
    <p:bg>
      <p:bgPr>
        <a:solidFill>
          <a:schemeClr val="accent2"/>
        </a:solidFill>
        <a:effectLst/>
      </p:bgPr>
    </p:bg>
    <p:spTree>
      <p:nvGrpSpPr>
        <p:cNvPr id="1" name=""/>
        <p:cNvGrpSpPr/>
        <p:nvPr/>
      </p:nvGrpSpPr>
      <p:grpSpPr>
        <a:xfrm>
          <a:off x="0" y="0"/>
          <a:ext cx="0" cy="0"/>
          <a:chOff x="0" y="0"/>
          <a:chExt cx="0" cy="0"/>
        </a:xfrm>
      </p:grpSpPr>
      <p:sp>
        <p:nvSpPr>
          <p:cNvPr id="17" name="Picture" descr="Description of Picture">
            <a:extLst>
              <a:ext uri="{FF2B5EF4-FFF2-40B4-BE49-F238E27FC236}">
                <a16:creationId xmlns:a16="http://schemas.microsoft.com/office/drawing/2014/main" id="{B6A7C9B5-3617-0144-A4ED-16186741E8C3}"/>
              </a:ext>
            </a:extLst>
          </p:cNvPr>
          <p:cNvSpPr>
            <a:spLocks noGrp="1"/>
          </p:cNvSpPr>
          <p:nvPr>
            <p:ph type="pic" sz="quarter" idx="13"/>
          </p:nvPr>
        </p:nvSpPr>
        <p:spPr>
          <a:xfrm>
            <a:off x="0" y="0"/>
            <a:ext cx="9144000" cy="6858000"/>
          </a:xfrm>
        </p:spPr>
        <p:txBody>
          <a:bodyPr anchor="ctr" anchorCtr="1"/>
          <a:lstStyle>
            <a:lvl1pPr marL="0" indent="0" algn="ctr">
              <a:buFontTx/>
              <a:buNone/>
              <a:defRPr baseline="0">
                <a:solidFill>
                  <a:schemeClr val="bg1"/>
                </a:solidFill>
                <a:latin typeface="Acumin Pro" panose="020B0504020202020204" pitchFamily="34" charset="77"/>
              </a:defRPr>
            </a:lvl1pPr>
          </a:lstStyle>
          <a:p>
            <a:r>
              <a:rPr lang="en-US"/>
              <a:t>Click icon to add picture</a:t>
            </a:r>
          </a:p>
        </p:txBody>
      </p:sp>
      <p:sp>
        <p:nvSpPr>
          <p:cNvPr id="14" name="Photo Caption">
            <a:extLst>
              <a:ext uri="{FF2B5EF4-FFF2-40B4-BE49-F238E27FC236}">
                <a16:creationId xmlns:a16="http://schemas.microsoft.com/office/drawing/2014/main" id="{0D6DAF39-EE35-6843-807B-FF770BE21293}"/>
              </a:ext>
            </a:extLst>
          </p:cNvPr>
          <p:cNvSpPr>
            <a:spLocks noGrp="1"/>
          </p:cNvSpPr>
          <p:nvPr>
            <p:ph type="ctrTitle" hasCustomPrompt="1"/>
          </p:nvPr>
        </p:nvSpPr>
        <p:spPr bwMode="blackWhite">
          <a:xfrm>
            <a:off x="565518" y="304800"/>
            <a:ext cx="2879168" cy="1253420"/>
          </a:xfrm>
          <a:prstGeom prst="rect">
            <a:avLst/>
          </a:prstGeom>
          <a:noFill/>
          <a:ln w="38100">
            <a:noFill/>
          </a:ln>
        </p:spPr>
        <p:txBody>
          <a:bodyPr wrap="square" lIns="0" tIns="0" rIns="0" bIns="0" anchor="t" anchorCtr="0">
            <a:spAutoFit/>
          </a:bodyPr>
          <a:lstStyle>
            <a:lvl1pPr algn="l">
              <a:defRPr sz="1800" b="1" i="0" cap="none" spc="0">
                <a:solidFill>
                  <a:schemeClr val="bg1"/>
                </a:solidFill>
                <a:latin typeface="Acumin Pro" panose="020B0504020202020204" pitchFamily="34" charset="77"/>
              </a:defRPr>
            </a:lvl1pPr>
          </a:lstStyle>
          <a:p>
            <a:r>
              <a:rPr lang="en-US"/>
              <a:t>Brief photo caption. Place in top left or right corner. </a:t>
            </a:r>
            <a:r>
              <a:rPr lang="en-US" err="1"/>
              <a:t>Acumin</a:t>
            </a:r>
            <a:r>
              <a:rPr lang="en-US"/>
              <a:t> Pro Bold 18 pt. Make text black or white for legibility.</a:t>
            </a:r>
          </a:p>
        </p:txBody>
      </p:sp>
      <p:cxnSp>
        <p:nvCxnSpPr>
          <p:cNvPr id="13" name="Line 1">
            <a:extLst>
              <a:ext uri="{FF2B5EF4-FFF2-40B4-BE49-F238E27FC236}">
                <a16:creationId xmlns:a16="http://schemas.microsoft.com/office/drawing/2014/main" id="{A746CD05-A191-A442-A002-3AD9F5CCAD2A}"/>
              </a:ext>
            </a:extLst>
          </p:cNvPr>
          <p:cNvCxnSpPr>
            <a:cxnSpLocks/>
          </p:cNvCxnSpPr>
          <p:nvPr userDrawn="1"/>
        </p:nvCxnSpPr>
        <p:spPr>
          <a:xfrm flipH="1">
            <a:off x="429836" y="318798"/>
            <a:ext cx="56301" cy="517324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Line 2">
            <a:extLst>
              <a:ext uri="{FF2B5EF4-FFF2-40B4-BE49-F238E27FC236}">
                <a16:creationId xmlns:a16="http://schemas.microsoft.com/office/drawing/2014/main" id="{461AAE78-C01B-DD4E-A8D1-EE36B5982A91}"/>
              </a:ext>
            </a:extLst>
          </p:cNvPr>
          <p:cNvCxnSpPr>
            <a:cxnSpLocks/>
          </p:cNvCxnSpPr>
          <p:nvPr userDrawn="1"/>
        </p:nvCxnSpPr>
        <p:spPr>
          <a:xfrm>
            <a:off x="3491931" y="318798"/>
            <a:ext cx="0" cy="131016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9" name="Gold Triangle">
            <a:extLst>
              <a:ext uri="{FF2B5EF4-FFF2-40B4-BE49-F238E27FC236}">
                <a16:creationId xmlns:a16="http://schemas.microsoft.com/office/drawing/2014/main" id="{6C3B8210-1510-C644-9CE9-0E6E1BA9961F}"/>
              </a:ext>
            </a:extLst>
          </p:cNvPr>
          <p:cNvPicPr>
            <a:picLocks noChangeAspect="1"/>
          </p:cNvPicPr>
          <p:nvPr userDrawn="1"/>
        </p:nvPicPr>
        <p:blipFill>
          <a:blip r:embed="rId2"/>
          <a:stretch>
            <a:fillRect/>
          </a:stretch>
        </p:blipFill>
        <p:spPr>
          <a:xfrm>
            <a:off x="7366000" y="0"/>
            <a:ext cx="1778000" cy="6858000"/>
          </a:xfrm>
          <a:prstGeom prst="rect">
            <a:avLst/>
          </a:prstGeom>
        </p:spPr>
      </p:pic>
      <p:sp>
        <p:nvSpPr>
          <p:cNvPr id="19" name="Date">
            <a:extLst>
              <a:ext uri="{FF2B5EF4-FFF2-40B4-BE49-F238E27FC236}">
                <a16:creationId xmlns:a16="http://schemas.microsoft.com/office/drawing/2014/main" id="{AAF94E19-ED71-7845-B4E1-5D3EA4F2593F}"/>
              </a:ext>
            </a:extLst>
          </p:cNvPr>
          <p:cNvSpPr>
            <a:spLocks noGrp="1"/>
          </p:cNvSpPr>
          <p:nvPr>
            <p:ph type="dt" sz="half" idx="10"/>
          </p:nvPr>
        </p:nvSpPr>
        <p:spPr>
          <a:xfrm>
            <a:off x="7628707" y="6202177"/>
            <a:ext cx="752200" cy="323968"/>
          </a:xfrm>
        </p:spPr>
        <p:txBody>
          <a:bodyPr/>
          <a:lstStyle>
            <a:lvl1pPr>
              <a:defRPr>
                <a:solidFill>
                  <a:schemeClr val="tx1">
                    <a:alpha val="70000"/>
                  </a:schemeClr>
                </a:solidFill>
              </a:defRPr>
            </a:lvl1pPr>
          </a:lstStyle>
          <a:p>
            <a:fld id="{049DC8E1-D369-0F48-9062-BB068AFD07CE}" type="datetime1">
              <a:rPr lang="en-US" smtClean="0"/>
              <a:pPr/>
              <a:t>12/17/2021</a:t>
            </a:fld>
            <a:endParaRPr lang="en-US"/>
          </a:p>
        </p:txBody>
      </p:sp>
      <p:cxnSp>
        <p:nvCxnSpPr>
          <p:cNvPr id="22" name="Line 3">
            <a:extLst>
              <a:ext uri="{FF2B5EF4-FFF2-40B4-BE49-F238E27FC236}">
                <a16:creationId xmlns:a16="http://schemas.microsoft.com/office/drawing/2014/main" id="{6E05FCF8-5823-9D4D-B7F3-412E5BDD4E01}"/>
              </a:ext>
            </a:extLst>
          </p:cNvPr>
          <p:cNvCxnSpPr>
            <a:cxnSpLocks/>
          </p:cNvCxnSpPr>
          <p:nvPr userDrawn="1"/>
        </p:nvCxnSpPr>
        <p:spPr>
          <a:xfrm>
            <a:off x="8400500" y="6270568"/>
            <a:ext cx="0" cy="1600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Slide Number">
            <a:extLst>
              <a:ext uri="{FF2B5EF4-FFF2-40B4-BE49-F238E27FC236}">
                <a16:creationId xmlns:a16="http://schemas.microsoft.com/office/drawing/2014/main" id="{14A543BD-A296-7346-B649-5BA64898AF2C}"/>
              </a:ext>
            </a:extLst>
          </p:cNvPr>
          <p:cNvSpPr>
            <a:spLocks noGrp="1"/>
          </p:cNvSpPr>
          <p:nvPr>
            <p:ph type="sldNum" sz="quarter" idx="12"/>
          </p:nvPr>
        </p:nvSpPr>
        <p:spPr>
          <a:xfrm>
            <a:off x="8474334" y="6181281"/>
            <a:ext cx="365760" cy="365760"/>
          </a:xfrm>
        </p:spPr>
        <p:txBody>
          <a:bodyPr/>
          <a:lstStyle>
            <a:lvl1pPr>
              <a:defRPr>
                <a:solidFill>
                  <a:schemeClr val="tx1"/>
                </a:solidFill>
              </a:defRPr>
            </a:lvl1pPr>
          </a:lstStyle>
          <a:p>
            <a:fld id="{8A7A6979-0714-4377-B894-6BE4C2D6E202}" type="slidenum">
              <a:rPr lang="en-US" smtClean="0"/>
              <a:pPr/>
              <a:t>‹#›</a:t>
            </a:fld>
            <a:endParaRPr lang="en-US"/>
          </a:p>
        </p:txBody>
      </p:sp>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74948" y="6041202"/>
            <a:ext cx="3573724" cy="381631"/>
          </a:xfrm>
          <a:prstGeom prst="rect">
            <a:avLst/>
          </a:prstGeom>
        </p:spPr>
      </p:pic>
    </p:spTree>
    <p:extLst>
      <p:ext uri="{BB962C8B-B14F-4D97-AF65-F5344CB8AC3E}">
        <p14:creationId xmlns:p14="http://schemas.microsoft.com/office/powerpoint/2010/main" val="41862580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264" userDrawn="1">
          <p15:clr>
            <a:srgbClr val="FBAE40"/>
          </p15:clr>
        </p15:guide>
        <p15:guide id="8" orient="horz" pos="19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Slide - Fact/Highlight">
    <p:bg>
      <p:bgPr>
        <a:solidFill>
          <a:schemeClr val="accent2"/>
        </a:solidFill>
        <a:effectLst/>
      </p:bgPr>
    </p:bg>
    <p:spTree>
      <p:nvGrpSpPr>
        <p:cNvPr id="1" name=""/>
        <p:cNvGrpSpPr/>
        <p:nvPr/>
      </p:nvGrpSpPr>
      <p:grpSpPr>
        <a:xfrm>
          <a:off x="0" y="0"/>
          <a:ext cx="0" cy="0"/>
          <a:chOff x="0" y="0"/>
          <a:chExt cx="0" cy="0"/>
        </a:xfrm>
      </p:grpSpPr>
      <p:sp>
        <p:nvSpPr>
          <p:cNvPr id="6" name="Gold Background">
            <a:extLst>
              <a:ext uri="{FF2B5EF4-FFF2-40B4-BE49-F238E27FC236}">
                <a16:creationId xmlns:a16="http://schemas.microsoft.com/office/drawing/2014/main" id="{5CCAEC11-865D-CB4B-88E8-5AF51FB37FBE}"/>
              </a:ext>
            </a:extLst>
          </p:cNvPr>
          <p:cNvSpPr/>
          <p:nvPr userDrawn="1"/>
        </p:nvSpPr>
        <p:spPr>
          <a:xfrm>
            <a:off x="0" y="0"/>
            <a:ext cx="9143999" cy="68522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Heading">
            <a:extLst>
              <a:ext uri="{FF2B5EF4-FFF2-40B4-BE49-F238E27FC236}">
                <a16:creationId xmlns:a16="http://schemas.microsoft.com/office/drawing/2014/main" id="{4D7D7E43-151C-6148-8D70-1135C4C4B705}"/>
              </a:ext>
            </a:extLst>
          </p:cNvPr>
          <p:cNvSpPr>
            <a:spLocks noGrp="1"/>
          </p:cNvSpPr>
          <p:nvPr>
            <p:ph type="ctrTitle" hasCustomPrompt="1"/>
          </p:nvPr>
        </p:nvSpPr>
        <p:spPr bwMode="blackWhite">
          <a:xfrm>
            <a:off x="2170159" y="1466566"/>
            <a:ext cx="4814498" cy="1210973"/>
          </a:xfrm>
          <a:prstGeom prst="rect">
            <a:avLst/>
          </a:prstGeom>
          <a:noFill/>
          <a:ln w="38100">
            <a:noFill/>
          </a:ln>
        </p:spPr>
        <p:txBody>
          <a:bodyPr wrap="square" lIns="0" tIns="0" rIns="0" bIns="0" anchor="t" anchorCtr="0">
            <a:spAutoFit/>
          </a:bodyPr>
          <a:lstStyle>
            <a:lvl1pPr algn="ctr">
              <a:defRPr sz="8600" b="1" i="0" cap="none" spc="300">
                <a:solidFill>
                  <a:schemeClr val="bg2"/>
                </a:solidFill>
                <a:latin typeface="United Sans Ext Medium" pitchFamily="2" charset="77"/>
              </a:defRPr>
            </a:lvl1pPr>
          </a:lstStyle>
          <a:p>
            <a:r>
              <a:rPr lang="en-US"/>
              <a:t>123</a:t>
            </a:r>
          </a:p>
        </p:txBody>
      </p:sp>
      <p:sp>
        <p:nvSpPr>
          <p:cNvPr id="20" name="Black Bar">
            <a:extLst>
              <a:ext uri="{FF2B5EF4-FFF2-40B4-BE49-F238E27FC236}">
                <a16:creationId xmlns:a16="http://schemas.microsoft.com/office/drawing/2014/main" id="{EACB2F0C-1C3D-CD48-AD13-7B5AD683F7C7}"/>
              </a:ext>
            </a:extLst>
          </p:cNvPr>
          <p:cNvSpPr/>
          <p:nvPr userDrawn="1"/>
        </p:nvSpPr>
        <p:spPr>
          <a:xfrm>
            <a:off x="1986208" y="2744421"/>
            <a:ext cx="5179092" cy="4409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ubhead">
            <a:extLst>
              <a:ext uri="{FF2B5EF4-FFF2-40B4-BE49-F238E27FC236}">
                <a16:creationId xmlns:a16="http://schemas.microsoft.com/office/drawing/2014/main" id="{0B79470A-88E7-9241-9D11-9A69D762338C}"/>
              </a:ext>
            </a:extLst>
          </p:cNvPr>
          <p:cNvSpPr>
            <a:spLocks noGrp="1"/>
          </p:cNvSpPr>
          <p:nvPr>
            <p:ph type="subTitle" idx="1" hasCustomPrompt="1"/>
          </p:nvPr>
        </p:nvSpPr>
        <p:spPr>
          <a:xfrm>
            <a:off x="1986207" y="2706475"/>
            <a:ext cx="5171597" cy="553998"/>
          </a:xfrm>
          <a:noFill/>
        </p:spPr>
        <p:txBody>
          <a:bodyPr wrap="square" lIns="0" tIns="0" rIns="0" bIns="0" anchor="t" anchorCtr="0">
            <a:spAutoFit/>
          </a:bodyPr>
          <a:lstStyle>
            <a:lvl1pPr marL="0" indent="0" algn="ctr">
              <a:buNone/>
              <a:defRPr sz="3600" b="1" i="0" spc="300">
                <a:solidFill>
                  <a:schemeClr val="tx1"/>
                </a:solidFill>
                <a:latin typeface="United Sans Cond Medium" pitchFamily="2" charset="77"/>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TOPIC OR TITLE</a:t>
            </a:r>
          </a:p>
        </p:txBody>
      </p:sp>
      <p:sp>
        <p:nvSpPr>
          <p:cNvPr id="23" name="Body Text">
            <a:extLst>
              <a:ext uri="{FF2B5EF4-FFF2-40B4-BE49-F238E27FC236}">
                <a16:creationId xmlns:a16="http://schemas.microsoft.com/office/drawing/2014/main" id="{BD416322-CF1A-F143-B2A9-844B608C50DA}"/>
              </a:ext>
            </a:extLst>
          </p:cNvPr>
          <p:cNvSpPr>
            <a:spLocks noGrp="1"/>
          </p:cNvSpPr>
          <p:nvPr>
            <p:ph type="body" sz="quarter" idx="14" hasCustomPrompt="1"/>
          </p:nvPr>
        </p:nvSpPr>
        <p:spPr>
          <a:xfrm>
            <a:off x="2156451" y="3540352"/>
            <a:ext cx="5008850" cy="1122744"/>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2400" b="0" i="0" normalizeH="0" baseline="0">
                <a:solidFill>
                  <a:schemeClr val="bg1"/>
                </a:solidFill>
                <a:latin typeface="Acumin Pro Medium" panose="020B0504020202020204" pitchFamily="34" charset="77"/>
              </a:defRPr>
            </a:lvl1pPr>
          </a:lstStyle>
          <a:p>
            <a:pPr lvl="0"/>
            <a:r>
              <a:rPr lang="en-US"/>
              <a:t>Fact or highlight. </a:t>
            </a:r>
            <a:r>
              <a:rPr lang="en-US" err="1"/>
              <a:t>Acumin</a:t>
            </a:r>
            <a:r>
              <a:rPr lang="en-US"/>
              <a:t> Pro Medium 24 pt. Keep it short with bite-size chunks of information.</a:t>
            </a:r>
          </a:p>
        </p:txBody>
      </p:sp>
      <p:pic>
        <p:nvPicPr>
          <p:cNvPr id="24" name="Gold Triangle">
            <a:extLst>
              <a:ext uri="{FF2B5EF4-FFF2-40B4-BE49-F238E27FC236}">
                <a16:creationId xmlns:a16="http://schemas.microsoft.com/office/drawing/2014/main" id="{4DC803D7-BDE8-2740-B36D-EB98236EB729}"/>
              </a:ext>
            </a:extLst>
          </p:cNvPr>
          <p:cNvPicPr>
            <a:picLocks noChangeAspect="1"/>
          </p:cNvPicPr>
          <p:nvPr userDrawn="1"/>
        </p:nvPicPr>
        <p:blipFill>
          <a:blip r:embed="rId2"/>
          <a:stretch>
            <a:fillRect/>
          </a:stretch>
        </p:blipFill>
        <p:spPr>
          <a:xfrm>
            <a:off x="7366000" y="0"/>
            <a:ext cx="1778000" cy="6858000"/>
          </a:xfrm>
          <a:prstGeom prst="rect">
            <a:avLst/>
          </a:prstGeom>
        </p:spPr>
      </p:pic>
      <p:sp>
        <p:nvSpPr>
          <p:cNvPr id="25" name="Date">
            <a:extLst>
              <a:ext uri="{FF2B5EF4-FFF2-40B4-BE49-F238E27FC236}">
                <a16:creationId xmlns:a16="http://schemas.microsoft.com/office/drawing/2014/main" id="{A7492D50-D618-9F40-B9F2-9B08441829B8}"/>
              </a:ext>
            </a:extLst>
          </p:cNvPr>
          <p:cNvSpPr>
            <a:spLocks noGrp="1"/>
          </p:cNvSpPr>
          <p:nvPr>
            <p:ph type="dt" sz="half" idx="10"/>
          </p:nvPr>
        </p:nvSpPr>
        <p:spPr>
          <a:xfrm>
            <a:off x="7628707" y="6202177"/>
            <a:ext cx="752200" cy="323968"/>
          </a:xfrm>
        </p:spPr>
        <p:txBody>
          <a:bodyPr/>
          <a:lstStyle>
            <a:lvl1pPr>
              <a:defRPr>
                <a:solidFill>
                  <a:schemeClr val="tx1">
                    <a:alpha val="70000"/>
                  </a:schemeClr>
                </a:solidFill>
              </a:defRPr>
            </a:lvl1pPr>
          </a:lstStyle>
          <a:p>
            <a:fld id="{049DC8E1-D369-0F48-9062-BB068AFD07CE}" type="datetime1">
              <a:rPr lang="en-US" smtClean="0"/>
              <a:pPr/>
              <a:t>12/17/2021</a:t>
            </a:fld>
            <a:endParaRPr lang="en-US"/>
          </a:p>
        </p:txBody>
      </p:sp>
      <p:cxnSp>
        <p:nvCxnSpPr>
          <p:cNvPr id="27" name="Line">
            <a:extLst>
              <a:ext uri="{FF2B5EF4-FFF2-40B4-BE49-F238E27FC236}">
                <a16:creationId xmlns:a16="http://schemas.microsoft.com/office/drawing/2014/main" id="{8F96F97C-D2D6-7949-BDC5-C0B91FB918BD}"/>
              </a:ext>
            </a:extLst>
          </p:cNvPr>
          <p:cNvCxnSpPr>
            <a:cxnSpLocks/>
          </p:cNvCxnSpPr>
          <p:nvPr userDrawn="1"/>
        </p:nvCxnSpPr>
        <p:spPr>
          <a:xfrm>
            <a:off x="8400500" y="6270568"/>
            <a:ext cx="0" cy="1600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Slide Number">
            <a:extLst>
              <a:ext uri="{FF2B5EF4-FFF2-40B4-BE49-F238E27FC236}">
                <a16:creationId xmlns:a16="http://schemas.microsoft.com/office/drawing/2014/main" id="{8E13B548-F076-CF46-A887-15D7D4869738}"/>
              </a:ext>
            </a:extLst>
          </p:cNvPr>
          <p:cNvSpPr>
            <a:spLocks noGrp="1"/>
          </p:cNvSpPr>
          <p:nvPr>
            <p:ph type="sldNum" sz="quarter" idx="12"/>
          </p:nvPr>
        </p:nvSpPr>
        <p:spPr>
          <a:xfrm>
            <a:off x="8474334" y="6181281"/>
            <a:ext cx="365760" cy="365760"/>
          </a:xfrm>
        </p:spPr>
        <p:txBody>
          <a:bodyPr/>
          <a:lstStyle>
            <a:lvl1pPr>
              <a:defRPr>
                <a:solidFill>
                  <a:schemeClr val="tx1"/>
                </a:solidFill>
              </a:defRPr>
            </a:lvl1pPr>
          </a:lstStyle>
          <a:p>
            <a:fld id="{8A7A6979-0714-4377-B894-6BE4C2D6E202}" type="slidenum">
              <a:rPr lang="en-US" smtClean="0"/>
              <a:pPr/>
              <a:t>‹#›</a:t>
            </a:fld>
            <a:endParaRPr lang="en-US"/>
          </a:p>
        </p:txBody>
      </p:sp>
      <p:pic>
        <p:nvPicPr>
          <p:cNvPr id="11" name="Picture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74948" y="6041202"/>
            <a:ext cx="3573724" cy="381631"/>
          </a:xfrm>
          <a:prstGeom prst="rect">
            <a:avLst/>
          </a:prstGeom>
        </p:spPr>
      </p:pic>
    </p:spTree>
    <p:extLst>
      <p:ext uri="{BB962C8B-B14F-4D97-AF65-F5344CB8AC3E}">
        <p14:creationId xmlns:p14="http://schemas.microsoft.com/office/powerpoint/2010/main" val="27073935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orient="horz" pos="1008" userDrawn="1">
          <p15:clr>
            <a:srgbClr val="FBAE40"/>
          </p15:clr>
        </p15:guide>
        <p15:guide id="8" orient="horz" pos="148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2"/>
        </a:solidFill>
        <a:effectLst/>
      </p:bgPr>
    </p:bg>
    <p:spTree>
      <p:nvGrpSpPr>
        <p:cNvPr id="1" name=""/>
        <p:cNvGrpSpPr/>
        <p:nvPr/>
      </p:nvGrpSpPr>
      <p:grpSpPr>
        <a:xfrm>
          <a:off x="0" y="0"/>
          <a:ext cx="0" cy="0"/>
          <a:chOff x="0" y="0"/>
          <a:chExt cx="0" cy="0"/>
        </a:xfrm>
      </p:grpSpPr>
      <p:sp>
        <p:nvSpPr>
          <p:cNvPr id="17" name="Gold Background">
            <a:extLst>
              <a:ext uri="{FF2B5EF4-FFF2-40B4-BE49-F238E27FC236}">
                <a16:creationId xmlns:a16="http://schemas.microsoft.com/office/drawing/2014/main" id="{F59025A6-822F-2D44-9F31-61A4A63F5CD3}"/>
              </a:ext>
            </a:extLst>
          </p:cNvPr>
          <p:cNvSpPr/>
          <p:nvPr userDrawn="1"/>
        </p:nvSpPr>
        <p:spPr>
          <a:xfrm>
            <a:off x="0" y="0"/>
            <a:ext cx="9144000" cy="68580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hasCustomPrompt="1"/>
          </p:nvPr>
        </p:nvSpPr>
        <p:spPr bwMode="blackWhite">
          <a:xfrm>
            <a:off x="1089144" y="1557666"/>
            <a:ext cx="5500897" cy="854080"/>
          </a:xfrm>
          <a:prstGeom prst="rect">
            <a:avLst/>
          </a:prstGeom>
          <a:noFill/>
          <a:ln w="38100">
            <a:noFill/>
          </a:ln>
        </p:spPr>
        <p:txBody>
          <a:bodyPr wrap="square" lIns="0" tIns="0" rIns="0" bIns="0" anchor="t" anchorCtr="0">
            <a:spAutoFit/>
          </a:bodyPr>
          <a:lstStyle>
            <a:lvl1pPr algn="l">
              <a:defRPr sz="6000" b="1" i="1" spc="0">
                <a:solidFill>
                  <a:schemeClr val="bg1"/>
                </a:solidFill>
                <a:latin typeface="Acumin Pro ExtraCondensed" panose="020B0508020202020204" pitchFamily="34" charset="77"/>
              </a:defRPr>
            </a:lvl1pPr>
          </a:lstStyle>
          <a:p>
            <a:r>
              <a:rPr lang="en-US"/>
              <a:t>Thank You</a:t>
            </a:r>
          </a:p>
        </p:txBody>
      </p:sp>
      <p:sp>
        <p:nvSpPr>
          <p:cNvPr id="16" name="Body Text">
            <a:extLst>
              <a:ext uri="{FF2B5EF4-FFF2-40B4-BE49-F238E27FC236}">
                <a16:creationId xmlns:a16="http://schemas.microsoft.com/office/drawing/2014/main" id="{900775FC-E9E4-FF46-A522-92CC39196093}"/>
              </a:ext>
            </a:extLst>
          </p:cNvPr>
          <p:cNvSpPr>
            <a:spLocks noGrp="1"/>
          </p:cNvSpPr>
          <p:nvPr>
            <p:ph type="body" sz="quarter" idx="14" hasCustomPrompt="1"/>
          </p:nvPr>
        </p:nvSpPr>
        <p:spPr>
          <a:xfrm>
            <a:off x="1107311" y="2578489"/>
            <a:ext cx="5500891" cy="880790"/>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1800" b="0" i="0" normalizeH="0" baseline="0">
                <a:solidFill>
                  <a:schemeClr val="bg1"/>
                </a:solidFill>
                <a:latin typeface="Acumin Pro" panose="020B0504020202020204" pitchFamily="34" charset="77"/>
              </a:defRPr>
            </a:lvl1pPr>
          </a:lstStyle>
          <a:p>
            <a:pPr lvl="0"/>
            <a:r>
              <a:rPr lang="en-US"/>
              <a:t>Conclusion, call to action or contact information. </a:t>
            </a:r>
            <a:r>
              <a:rPr lang="en-US" err="1"/>
              <a:t>Acumin</a:t>
            </a:r>
            <a:r>
              <a:rPr lang="en-US"/>
              <a:t> Pro Reg 18 pt. Keep it short with bite-size chunks of information.</a:t>
            </a:r>
          </a:p>
        </p:txBody>
      </p:sp>
      <p:pic>
        <p:nvPicPr>
          <p:cNvPr id="21" name="Black Triangle">
            <a:extLst>
              <a:ext uri="{FF2B5EF4-FFF2-40B4-BE49-F238E27FC236}">
                <a16:creationId xmlns:a16="http://schemas.microsoft.com/office/drawing/2014/main" id="{237F821D-D4B4-C442-814B-E1605BD7539E}"/>
              </a:ext>
            </a:extLst>
          </p:cNvPr>
          <p:cNvPicPr>
            <a:picLocks noChangeAspect="1"/>
          </p:cNvPicPr>
          <p:nvPr userDrawn="1"/>
        </p:nvPicPr>
        <p:blipFill>
          <a:blip r:embed="rId2"/>
          <a:stretch>
            <a:fillRect/>
          </a:stretch>
        </p:blipFill>
        <p:spPr>
          <a:xfrm>
            <a:off x="7366000" y="0"/>
            <a:ext cx="1778000" cy="6858000"/>
          </a:xfrm>
          <a:prstGeom prst="rect">
            <a:avLst/>
          </a:prstGeom>
        </p:spPr>
      </p:pic>
      <p:sp>
        <p:nvSpPr>
          <p:cNvPr id="22" name="Date">
            <a:extLst>
              <a:ext uri="{FF2B5EF4-FFF2-40B4-BE49-F238E27FC236}">
                <a16:creationId xmlns:a16="http://schemas.microsoft.com/office/drawing/2014/main" id="{F8CD2E15-DFA2-0F4C-8839-A9AD4504A2B8}"/>
              </a:ext>
            </a:extLst>
          </p:cNvPr>
          <p:cNvSpPr>
            <a:spLocks noGrp="1"/>
          </p:cNvSpPr>
          <p:nvPr>
            <p:ph type="dt" sz="half" idx="10"/>
          </p:nvPr>
        </p:nvSpPr>
        <p:spPr>
          <a:xfrm>
            <a:off x="7628707" y="6202177"/>
            <a:ext cx="752200" cy="323968"/>
          </a:xfrm>
        </p:spPr>
        <p:txBody>
          <a:bodyPr/>
          <a:lstStyle>
            <a:lvl1pPr>
              <a:defRPr>
                <a:solidFill>
                  <a:schemeClr val="tx1">
                    <a:alpha val="70000"/>
                  </a:schemeClr>
                </a:solidFill>
              </a:defRPr>
            </a:lvl1pPr>
          </a:lstStyle>
          <a:p>
            <a:fld id="{049DC8E1-D369-0F48-9062-BB068AFD07CE}" type="datetime1">
              <a:rPr lang="en-US" smtClean="0"/>
              <a:pPr/>
              <a:t>12/17/2021</a:t>
            </a:fld>
            <a:endParaRPr lang="en-US"/>
          </a:p>
        </p:txBody>
      </p:sp>
      <p:cxnSp>
        <p:nvCxnSpPr>
          <p:cNvPr id="25" name="Line">
            <a:extLst>
              <a:ext uri="{FF2B5EF4-FFF2-40B4-BE49-F238E27FC236}">
                <a16:creationId xmlns:a16="http://schemas.microsoft.com/office/drawing/2014/main" id="{A45DD0F1-B8FD-0047-817A-E2982F127A6A}"/>
              </a:ext>
            </a:extLst>
          </p:cNvPr>
          <p:cNvCxnSpPr>
            <a:cxnSpLocks/>
          </p:cNvCxnSpPr>
          <p:nvPr userDrawn="1"/>
        </p:nvCxnSpPr>
        <p:spPr>
          <a:xfrm>
            <a:off x="8400500" y="6270568"/>
            <a:ext cx="0" cy="1600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Slide Number">
            <a:extLst>
              <a:ext uri="{FF2B5EF4-FFF2-40B4-BE49-F238E27FC236}">
                <a16:creationId xmlns:a16="http://schemas.microsoft.com/office/drawing/2014/main" id="{ACFC5D5C-1C9B-F148-A910-72ADDA93ABF0}"/>
              </a:ext>
            </a:extLst>
          </p:cNvPr>
          <p:cNvSpPr>
            <a:spLocks noGrp="1"/>
          </p:cNvSpPr>
          <p:nvPr>
            <p:ph type="sldNum" sz="quarter" idx="12"/>
          </p:nvPr>
        </p:nvSpPr>
        <p:spPr>
          <a:xfrm>
            <a:off x="8474334" y="6181281"/>
            <a:ext cx="365760" cy="365760"/>
          </a:xfrm>
        </p:spPr>
        <p:txBody>
          <a:bodyPr/>
          <a:lstStyle>
            <a:lvl1pPr>
              <a:defRPr>
                <a:solidFill>
                  <a:schemeClr val="tx1"/>
                </a:solidFill>
              </a:defRPr>
            </a:lvl1pPr>
          </a:lstStyle>
          <a:p>
            <a:fld id="{8A7A6979-0714-4377-B894-6BE4C2D6E202}" type="slidenum">
              <a:rPr lang="en-US" smtClean="0"/>
              <a:pPr/>
              <a:t>‹#›</a:t>
            </a:fld>
            <a:endParaRPr lang="en-US"/>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74948" y="6041202"/>
            <a:ext cx="3573724" cy="381631"/>
          </a:xfrm>
          <a:prstGeom prst="rect">
            <a:avLst/>
          </a:prstGeom>
        </p:spPr>
      </p:pic>
    </p:spTree>
    <p:extLst>
      <p:ext uri="{BB962C8B-B14F-4D97-AF65-F5344CB8AC3E}">
        <p14:creationId xmlns:p14="http://schemas.microsoft.com/office/powerpoint/2010/main" val="695323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696"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06045" y="964692"/>
            <a:ext cx="5937755"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28707" y="6202177"/>
            <a:ext cx="752200" cy="323968"/>
          </a:xfrm>
          <a:prstGeom prst="rect">
            <a:avLst/>
          </a:prstGeom>
        </p:spPr>
        <p:txBody>
          <a:bodyPr vert="horz" lIns="91440" tIns="45720" rIns="91440" bIns="45720" rtlCol="0" anchor="ctr"/>
          <a:lstStyle>
            <a:lvl1pPr algn="r">
              <a:defRPr sz="1000" b="0" i="0">
                <a:solidFill>
                  <a:schemeClr val="tx1">
                    <a:alpha val="70000"/>
                  </a:schemeClr>
                </a:solidFill>
                <a:latin typeface="Acumin Pro" panose="020B0504020202020204" pitchFamily="34" charset="77"/>
              </a:defRPr>
            </a:lvl1pPr>
          </a:lstStyle>
          <a:p>
            <a:fld id="{E0C8DACD-4E35-4E4C-AC75-C3DE50F04E7E}" type="datetime1">
              <a:rPr lang="en-US" smtClean="0"/>
              <a:pPr/>
              <a:t>12/17/2021</a:t>
            </a:fld>
            <a:endParaRPr lang="en-US"/>
          </a:p>
        </p:txBody>
      </p:sp>
      <p:sp>
        <p:nvSpPr>
          <p:cNvPr id="5" name="Footer Placeholder 4"/>
          <p:cNvSpPr>
            <a:spLocks noGrp="1"/>
          </p:cNvSpPr>
          <p:nvPr>
            <p:ph type="ftr" sz="quarter" idx="3"/>
          </p:nvPr>
        </p:nvSpPr>
        <p:spPr>
          <a:xfrm>
            <a:off x="853384" y="6219163"/>
            <a:ext cx="4556664" cy="320040"/>
          </a:xfrm>
          <a:prstGeom prst="rect">
            <a:avLst/>
          </a:prstGeom>
        </p:spPr>
        <p:txBody>
          <a:bodyPr vert="horz" lIns="91440" tIns="45720" rIns="91440" bIns="45720" rtlCol="0" anchor="ctr"/>
          <a:lstStyle>
            <a:lvl1pPr algn="l">
              <a:defRPr sz="100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8474334" y="6181281"/>
            <a:ext cx="365760" cy="365760"/>
          </a:xfrm>
          <a:prstGeom prst="ellipse">
            <a:avLst/>
          </a:prstGeom>
          <a:noFill/>
        </p:spPr>
        <p:txBody>
          <a:bodyPr vert="horz" lIns="18288" tIns="45720" rIns="18288" bIns="45720" rtlCol="0" anchor="ctr">
            <a:noAutofit/>
          </a:bodyPr>
          <a:lstStyle>
            <a:lvl1pPr algn="ctr">
              <a:defRPr sz="1000" b="1" i="0" spc="0" baseline="0">
                <a:solidFill>
                  <a:schemeClr val="tx1"/>
                </a:solidFill>
                <a:latin typeface="Acumin Pro Semibold" panose="020B0504020202020204" pitchFamily="34" charset="77"/>
              </a:defRPr>
            </a:lvl1pPr>
          </a:lstStyle>
          <a:p>
            <a:fld id="{8A7A6979-0714-4377-B894-6BE4C2D6E202}" type="slidenum">
              <a:rPr lang="en-US" smtClean="0"/>
              <a:pPr/>
              <a:t>‹#›</a:t>
            </a:fld>
            <a:endParaRPr lang="en-US"/>
          </a:p>
        </p:txBody>
      </p:sp>
      <p:cxnSp>
        <p:nvCxnSpPr>
          <p:cNvPr id="16" name="Straight Connector 15">
            <a:extLst>
              <a:ext uri="{FF2B5EF4-FFF2-40B4-BE49-F238E27FC236}">
                <a16:creationId xmlns:a16="http://schemas.microsoft.com/office/drawing/2014/main" id="{8DFF833F-712C-324A-8187-5455C581BDBA}"/>
              </a:ext>
            </a:extLst>
          </p:cNvPr>
          <p:cNvCxnSpPr>
            <a:cxnSpLocks/>
          </p:cNvCxnSpPr>
          <p:nvPr userDrawn="1"/>
        </p:nvCxnSpPr>
        <p:spPr>
          <a:xfrm>
            <a:off x="8400500" y="6270568"/>
            <a:ext cx="0" cy="1600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5336832"/>
      </p:ext>
    </p:extLst>
  </p:cSld>
  <p:clrMap bg1="lt1" tx1="dk1" bg2="lt2" tx2="dk2" accent1="accent1" accent2="accent2" accent3="accent3" accent4="accent4" accent5="accent5" accent6="accent6" hlink="hlink" folHlink="folHlink"/>
  <p:sldLayoutIdLst>
    <p:sldLayoutId id="2147483725" r:id="rId1"/>
    <p:sldLayoutId id="2147483709" r:id="rId2"/>
    <p:sldLayoutId id="2147483720" r:id="rId3"/>
    <p:sldLayoutId id="2147483721" r:id="rId4"/>
    <p:sldLayoutId id="2147483722" r:id="rId5"/>
    <p:sldLayoutId id="2147483723" r:id="rId6"/>
    <p:sldLayoutId id="2147483724" r:id="rId7"/>
  </p:sldLayoutIdLst>
  <p:hf hdr="0" ftr="0"/>
  <p:txStyles>
    <p:titleStyle>
      <a:lvl1pPr algn="ctr" defTabSz="914400" rtl="0" eaLnBrk="1" latinLnBrk="0" hangingPunct="1">
        <a:lnSpc>
          <a:spcPct val="90000"/>
        </a:lnSpc>
        <a:spcBef>
          <a:spcPct val="0"/>
        </a:spcBef>
        <a:buNone/>
        <a:defRPr sz="26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guide id="3" orient="horz" pos="4056" userDrawn="1">
          <p15:clr>
            <a:srgbClr val="F26B43"/>
          </p15:clr>
        </p15:guide>
        <p15:guide id="4" orient="horz" pos="39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3.xml"/><Relationship Id="rId5" Type="http://schemas.openxmlformats.org/officeDocument/2006/relationships/image" Target="../media/image10.jpeg"/><Relationship Id="rId4" Type="http://schemas.openxmlformats.org/officeDocument/2006/relationships/image" Target="../media/image9.jpeg"/></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3.xml"/><Relationship Id="rId6" Type="http://schemas.microsoft.com/office/2007/relationships/hdphoto" Target="../media/hdphoto1.wdp"/><Relationship Id="rId5" Type="http://schemas.openxmlformats.org/officeDocument/2006/relationships/image" Target="../media/image18.png"/><Relationship Id="rId4" Type="http://schemas.openxmlformats.org/officeDocument/2006/relationships/image" Target="../media/image17.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images.theconversation.com/files/375939/origina...">
            <a:extLst>
              <a:ext uri="{FF2B5EF4-FFF2-40B4-BE49-F238E27FC236}">
                <a16:creationId xmlns:a16="http://schemas.microsoft.com/office/drawing/2014/main" id="{BC130757-45D3-4984-A556-FF775969936F}"/>
              </a:ext>
            </a:extLst>
          </p:cNvPr>
          <p:cNvPicPr>
            <a:picLocks noChangeAspect="1" noChangeArrowheads="1"/>
          </p:cNvPicPr>
          <p:nvPr/>
        </p:nvPicPr>
        <p:blipFill>
          <a:blip r:embed="rId2">
            <a:alphaModFix amt="50000"/>
            <a:extLst>
              <a:ext uri="{28A0092B-C50C-407E-A947-70E740481C1C}">
                <a14:useLocalDpi xmlns:a14="http://schemas.microsoft.com/office/drawing/2010/main" val="0"/>
              </a:ext>
            </a:extLst>
          </a:blip>
          <a:stretch>
            <a:fillRect/>
          </a:stretch>
        </p:blipFill>
        <p:spPr bwMode="auto">
          <a:xfrm>
            <a:off x="1025" y="0"/>
            <a:ext cx="9148289"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Subtitle 4">
            <a:extLst>
              <a:ext uri="{FF2B5EF4-FFF2-40B4-BE49-F238E27FC236}">
                <a16:creationId xmlns:a16="http://schemas.microsoft.com/office/drawing/2014/main" id="{1C907589-FFE3-40C6-89BA-CD646120D476}"/>
              </a:ext>
            </a:extLst>
          </p:cNvPr>
          <p:cNvSpPr>
            <a:spLocks noGrp="1"/>
          </p:cNvSpPr>
          <p:nvPr>
            <p:ph type="subTitle" idx="1"/>
          </p:nvPr>
        </p:nvSpPr>
        <p:spPr>
          <a:xfrm>
            <a:off x="3829027" y="972343"/>
            <a:ext cx="5314973" cy="338554"/>
          </a:xfrm>
        </p:spPr>
        <p:txBody>
          <a:bodyPr/>
          <a:lstStyle/>
          <a:p>
            <a:r>
              <a:rPr lang="en-US"/>
              <a:t> </a:t>
            </a:r>
            <a:endParaRPr lang="en-IN"/>
          </a:p>
        </p:txBody>
      </p:sp>
      <p:sp>
        <p:nvSpPr>
          <p:cNvPr id="42" name="Subtitle 2">
            <a:extLst>
              <a:ext uri="{FF2B5EF4-FFF2-40B4-BE49-F238E27FC236}">
                <a16:creationId xmlns:a16="http://schemas.microsoft.com/office/drawing/2014/main" id="{1DC4ECF5-B72F-43F2-8020-29FDD3306A1D}"/>
              </a:ext>
            </a:extLst>
          </p:cNvPr>
          <p:cNvSpPr txBox="1">
            <a:spLocks/>
          </p:cNvSpPr>
          <p:nvPr/>
        </p:nvSpPr>
        <p:spPr>
          <a:xfrm>
            <a:off x="235550" y="3061423"/>
            <a:ext cx="3188519" cy="2462494"/>
          </a:xfrm>
          <a:prstGeom prst="rect">
            <a:avLst/>
          </a:prstGeom>
        </p:spPr>
        <p:txBody>
          <a:bodyPr vert="horz" lIns="68580" tIns="34290" rIns="68580" bIns="34290" rtlCol="0" anchor="t">
            <a:noAutofit/>
          </a:bodyPr>
          <a:lstStyle>
            <a:lvl1pPr marL="0" indent="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None/>
              <a:defRPr sz="1600" kern="1200" cap="all">
                <a:solidFill>
                  <a:schemeClr val="accent1"/>
                </a:solidFill>
                <a:latin typeface="+mn-lt"/>
                <a:ea typeface="+mn-ea"/>
                <a:cs typeface="+mn-cs"/>
              </a:defRPr>
            </a:lvl1pPr>
            <a:lvl2pPr marL="457200" indent="0" algn="ctr" defTabSz="457200" rtl="0" eaLnBrk="1" latinLnBrk="0" hangingPunct="1">
              <a:spcBef>
                <a:spcPct val="20000"/>
              </a:spcBef>
              <a:spcAft>
                <a:spcPts val="600"/>
              </a:spcAft>
              <a:buClr>
                <a:schemeClr val="accent1"/>
              </a:buClr>
              <a:buSzPct val="92000"/>
              <a:buFont typeface="Wingdings 2" panose="05020102010507070707" pitchFamily="18" charset="2"/>
              <a:buNone/>
              <a:defRPr sz="14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1"/>
              </a:buClr>
              <a:buSzPct val="92000"/>
              <a:buFont typeface="Wingdings 2" panose="05020102010507070707" pitchFamily="18" charset="2"/>
              <a:buNone/>
              <a:defRPr sz="13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1"/>
              </a:buClr>
              <a:buSzPct val="92000"/>
              <a:buFont typeface="Wingdings 2" panose="05020102010507070707" pitchFamily="18" charset="2"/>
              <a:buNone/>
              <a:defRPr sz="11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1"/>
              </a:buClr>
              <a:buSzPct val="92000"/>
              <a:buFont typeface="Wingdings 2" panose="05020102010507070707" pitchFamily="18" charset="2"/>
              <a:buNone/>
              <a:defRPr sz="11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a:lnSpc>
                <a:spcPct val="100000"/>
              </a:lnSpc>
            </a:pPr>
            <a:r>
              <a:rPr lang="en-US" sz="1800" b="1" u="sng" dirty="0">
                <a:solidFill>
                  <a:schemeClr val="bg1">
                    <a:alpha val="75000"/>
                  </a:schemeClr>
                </a:solidFill>
                <a:latin typeface="Arial" panose="020B0604020202020204" pitchFamily="34" charset="0"/>
                <a:cs typeface="Arial" panose="020B0604020202020204" pitchFamily="34" charset="0"/>
              </a:rPr>
              <a:t>GROUP 4</a:t>
            </a:r>
            <a:r>
              <a:rPr lang="en-US" sz="1800" b="1" dirty="0">
                <a:solidFill>
                  <a:schemeClr val="bg1">
                    <a:alpha val="75000"/>
                  </a:schemeClr>
                </a:solidFill>
                <a:latin typeface="Arial" panose="020B0604020202020204" pitchFamily="34" charset="0"/>
                <a:cs typeface="Arial" panose="020B0604020202020204" pitchFamily="34" charset="0"/>
              </a:rPr>
              <a:t>:</a:t>
            </a:r>
          </a:p>
          <a:p>
            <a:pPr>
              <a:lnSpc>
                <a:spcPct val="100000"/>
              </a:lnSpc>
            </a:pPr>
            <a:r>
              <a:rPr lang="en-US" sz="1800" b="1" dirty="0" err="1">
                <a:solidFill>
                  <a:schemeClr val="bg1">
                    <a:alpha val="75000"/>
                  </a:schemeClr>
                </a:solidFill>
                <a:latin typeface="Arial" panose="020B0604020202020204" pitchFamily="34" charset="0"/>
                <a:cs typeface="Arial" panose="020B0604020202020204" pitchFamily="34" charset="0"/>
              </a:rPr>
              <a:t>Arghya</a:t>
            </a:r>
            <a:r>
              <a:rPr lang="en-US" sz="1800" b="1" dirty="0">
                <a:solidFill>
                  <a:schemeClr val="bg1">
                    <a:alpha val="75000"/>
                  </a:schemeClr>
                </a:solidFill>
                <a:latin typeface="Arial" panose="020B0604020202020204" pitchFamily="34" charset="0"/>
                <a:cs typeface="Arial" panose="020B0604020202020204" pitchFamily="34" charset="0"/>
              </a:rPr>
              <a:t> </a:t>
            </a:r>
            <a:r>
              <a:rPr lang="en-US" sz="1800" b="1" dirty="0" err="1">
                <a:solidFill>
                  <a:schemeClr val="bg1">
                    <a:alpha val="75000"/>
                  </a:schemeClr>
                </a:solidFill>
                <a:latin typeface="Arial" panose="020B0604020202020204" pitchFamily="34" charset="0"/>
                <a:cs typeface="Arial" panose="020B0604020202020204" pitchFamily="34" charset="0"/>
              </a:rPr>
              <a:t>Misra</a:t>
            </a:r>
            <a:endParaRPr lang="en-US" sz="1800" b="1" dirty="0">
              <a:solidFill>
                <a:schemeClr val="bg1">
                  <a:alpha val="75000"/>
                </a:schemeClr>
              </a:solidFill>
              <a:latin typeface="Arial" panose="020B0604020202020204" pitchFamily="34" charset="0"/>
              <a:cs typeface="Arial" panose="020B0604020202020204" pitchFamily="34" charset="0"/>
            </a:endParaRPr>
          </a:p>
          <a:p>
            <a:pPr>
              <a:lnSpc>
                <a:spcPct val="100000"/>
              </a:lnSpc>
            </a:pPr>
            <a:r>
              <a:rPr lang="en-US" sz="1800" b="1" dirty="0" err="1">
                <a:solidFill>
                  <a:schemeClr val="bg1">
                    <a:alpha val="75000"/>
                  </a:schemeClr>
                </a:solidFill>
                <a:latin typeface="Arial" panose="020B0604020202020204" pitchFamily="34" charset="0"/>
                <a:cs typeface="Arial" panose="020B0604020202020204" pitchFamily="34" charset="0"/>
              </a:rPr>
              <a:t>Prerana</a:t>
            </a:r>
            <a:r>
              <a:rPr lang="en-US" sz="1800" b="1" dirty="0">
                <a:solidFill>
                  <a:schemeClr val="bg1">
                    <a:alpha val="75000"/>
                  </a:schemeClr>
                </a:solidFill>
                <a:latin typeface="Arial" panose="020B0604020202020204" pitchFamily="34" charset="0"/>
                <a:cs typeface="Arial" panose="020B0604020202020204" pitchFamily="34" charset="0"/>
              </a:rPr>
              <a:t> Das</a:t>
            </a:r>
          </a:p>
          <a:p>
            <a:pPr>
              <a:lnSpc>
                <a:spcPct val="100000"/>
              </a:lnSpc>
            </a:pPr>
            <a:r>
              <a:rPr lang="en-US" sz="1800" b="1" dirty="0">
                <a:solidFill>
                  <a:schemeClr val="bg1">
                    <a:alpha val="75000"/>
                  </a:schemeClr>
                </a:solidFill>
                <a:latin typeface="Arial" panose="020B0604020202020204" pitchFamily="34" charset="0"/>
                <a:cs typeface="Arial" panose="020B0604020202020204" pitchFamily="34" charset="0"/>
              </a:rPr>
              <a:t>Priyal Vora</a:t>
            </a:r>
          </a:p>
          <a:p>
            <a:pPr>
              <a:lnSpc>
                <a:spcPct val="100000"/>
              </a:lnSpc>
            </a:pPr>
            <a:r>
              <a:rPr lang="en-US" sz="1800" b="1" dirty="0">
                <a:solidFill>
                  <a:schemeClr val="bg1">
                    <a:alpha val="75000"/>
                  </a:schemeClr>
                </a:solidFill>
                <a:latin typeface="Arial" panose="020B0604020202020204" pitchFamily="34" charset="0"/>
                <a:cs typeface="Arial" panose="020B0604020202020204" pitchFamily="34" charset="0"/>
              </a:rPr>
              <a:t>Shih-</a:t>
            </a:r>
            <a:r>
              <a:rPr lang="en-US" sz="1800" b="1" dirty="0" err="1">
                <a:solidFill>
                  <a:schemeClr val="bg1">
                    <a:alpha val="75000"/>
                  </a:schemeClr>
                </a:solidFill>
                <a:latin typeface="Arial" panose="020B0604020202020204" pitchFamily="34" charset="0"/>
                <a:cs typeface="Arial" panose="020B0604020202020204" pitchFamily="34" charset="0"/>
              </a:rPr>
              <a:t>hua</a:t>
            </a:r>
            <a:r>
              <a:rPr lang="en-US" sz="1800" b="1" dirty="0">
                <a:solidFill>
                  <a:schemeClr val="bg1">
                    <a:alpha val="75000"/>
                  </a:schemeClr>
                </a:solidFill>
                <a:latin typeface="Arial" panose="020B0604020202020204" pitchFamily="34" charset="0"/>
                <a:cs typeface="Arial" panose="020B0604020202020204" pitchFamily="34" charset="0"/>
              </a:rPr>
              <a:t> wang</a:t>
            </a:r>
          </a:p>
        </p:txBody>
      </p:sp>
      <p:pic>
        <p:nvPicPr>
          <p:cNvPr id="4" name="Picture 3" descr="Logo, company name&#10;&#10;Description automatically generated">
            <a:extLst>
              <a:ext uri="{FF2B5EF4-FFF2-40B4-BE49-F238E27FC236}">
                <a16:creationId xmlns:a16="http://schemas.microsoft.com/office/drawing/2014/main" id="{B6EAE8C2-E929-44C9-8AD8-86833D5E4A97}"/>
              </a:ext>
            </a:extLst>
          </p:cNvPr>
          <p:cNvPicPr>
            <a:picLocks noChangeAspect="1"/>
          </p:cNvPicPr>
          <p:nvPr/>
        </p:nvPicPr>
        <p:blipFill>
          <a:blip r:embed="rId3"/>
          <a:stretch>
            <a:fillRect/>
          </a:stretch>
        </p:blipFill>
        <p:spPr>
          <a:xfrm>
            <a:off x="7299088" y="0"/>
            <a:ext cx="1829894" cy="1458686"/>
          </a:xfrm>
          <a:prstGeom prst="rect">
            <a:avLst/>
          </a:prstGeom>
        </p:spPr>
      </p:pic>
      <p:sp>
        <p:nvSpPr>
          <p:cNvPr id="7" name="Title 6">
            <a:extLst>
              <a:ext uri="{FF2B5EF4-FFF2-40B4-BE49-F238E27FC236}">
                <a16:creationId xmlns:a16="http://schemas.microsoft.com/office/drawing/2014/main" id="{489656E9-A511-4DE1-AD89-FD1DDFBC8A46}"/>
              </a:ext>
            </a:extLst>
          </p:cNvPr>
          <p:cNvSpPr>
            <a:spLocks noGrp="1"/>
          </p:cNvSpPr>
          <p:nvPr>
            <p:ph type="ctrTitle"/>
          </p:nvPr>
        </p:nvSpPr>
        <p:spPr>
          <a:xfrm>
            <a:off x="1116116" y="1626244"/>
            <a:ext cx="5933959" cy="757130"/>
          </a:xfrm>
        </p:spPr>
        <p:txBody>
          <a:bodyPr/>
          <a:lstStyle/>
          <a:p>
            <a:r>
              <a:rPr lang="en-US" dirty="0"/>
              <a:t> </a:t>
            </a:r>
          </a:p>
        </p:txBody>
      </p:sp>
      <p:sp>
        <p:nvSpPr>
          <p:cNvPr id="14" name="Title 1">
            <a:extLst>
              <a:ext uri="{FF2B5EF4-FFF2-40B4-BE49-F238E27FC236}">
                <a16:creationId xmlns:a16="http://schemas.microsoft.com/office/drawing/2014/main" id="{E98739E9-1644-4AD9-8602-822E35249DA4}"/>
              </a:ext>
            </a:extLst>
          </p:cNvPr>
          <p:cNvSpPr txBox="1">
            <a:spLocks/>
          </p:cNvSpPr>
          <p:nvPr/>
        </p:nvSpPr>
        <p:spPr bwMode="blackWhite">
          <a:xfrm>
            <a:off x="273780" y="474890"/>
            <a:ext cx="3884563" cy="3062968"/>
          </a:xfrm>
          <a:prstGeom prst="rect">
            <a:avLst/>
          </a:prstGeom>
          <a:noFill/>
          <a:ln w="38100" cap="sq">
            <a:noFill/>
            <a:miter lim="800000"/>
          </a:ln>
        </p:spPr>
        <p:txBody>
          <a:bodyPr vert="horz" wrap="square" lIns="0" tIns="0" rIns="0" bIns="0" rtlCol="0" anchor="t" anchorCtr="0">
            <a:normAutofit/>
          </a:bodyPr>
          <a:lstStyle>
            <a:lvl1pPr algn="l" defTabSz="914400" rtl="0" eaLnBrk="1" latinLnBrk="0" hangingPunct="1">
              <a:lnSpc>
                <a:spcPct val="80000"/>
              </a:lnSpc>
              <a:spcBef>
                <a:spcPct val="0"/>
              </a:spcBef>
              <a:buNone/>
              <a:defRPr sz="6000" b="1" i="1" kern="1200" cap="all" spc="0" baseline="0">
                <a:solidFill>
                  <a:schemeClr val="bg1"/>
                </a:solidFill>
                <a:latin typeface="Acumin Pro ExtraCondensed" panose="020B0508020202020204" pitchFamily="34" charset="77"/>
                <a:ea typeface="+mj-ea"/>
                <a:cs typeface="+mj-cs"/>
              </a:defRPr>
            </a:lvl1pPr>
          </a:lstStyle>
          <a:p>
            <a:pPr>
              <a:lnSpc>
                <a:spcPct val="90000"/>
              </a:lnSpc>
            </a:pPr>
            <a:r>
              <a:rPr lang="en-US" sz="4000" i="0" dirty="0">
                <a:latin typeface="Calibri" panose="020F0502020204030204" pitchFamily="34" charset="0"/>
                <a:cs typeface="Calibri" panose="020F0502020204030204" pitchFamily="34" charset="0"/>
              </a:rPr>
              <a:t>Wellness Tourism Package :</a:t>
            </a:r>
            <a:r>
              <a:rPr lang="en-US" sz="3675" i="0" dirty="0">
                <a:latin typeface="Calibri" panose="020F0502020204030204" pitchFamily="34" charset="0"/>
                <a:cs typeface="Calibri" panose="020F0502020204030204" pitchFamily="34" charset="0"/>
              </a:rPr>
              <a:t> </a:t>
            </a:r>
            <a:br>
              <a:rPr lang="en-US" sz="2475" i="0" dirty="0">
                <a:latin typeface="Calibri" panose="020F0502020204030204" pitchFamily="34" charset="0"/>
                <a:cs typeface="Calibri" panose="020F0502020204030204" pitchFamily="34" charset="0"/>
              </a:rPr>
            </a:br>
            <a:r>
              <a:rPr lang="en-US" sz="1600" i="0" cap="none" dirty="0">
                <a:latin typeface="Calibri" panose="020F0502020204030204" pitchFamily="34" charset="0"/>
                <a:cs typeface="Calibri" panose="020F0502020204030204" pitchFamily="34" charset="0"/>
              </a:rPr>
              <a:t>Descriptive Analysis And </a:t>
            </a:r>
            <a:br>
              <a:rPr lang="en-US" sz="1600" i="0" cap="none" dirty="0">
                <a:latin typeface="Calibri" panose="020F0502020204030204" pitchFamily="34" charset="0"/>
                <a:cs typeface="Calibri" panose="020F0502020204030204" pitchFamily="34" charset="0"/>
              </a:rPr>
            </a:br>
            <a:r>
              <a:rPr lang="en-US" sz="1600" i="0" cap="none" dirty="0">
                <a:latin typeface="Calibri" panose="020F0502020204030204" pitchFamily="34" charset="0"/>
                <a:cs typeface="Calibri" panose="020F0502020204030204" pitchFamily="34" charset="0"/>
              </a:rPr>
              <a:t>New Segment Prediction &amp; Optimization</a:t>
            </a:r>
            <a:endParaRPr lang="en-US" sz="1800" i="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91EDB4FE-91AC-5845-B48B-6CF3B8E1C495}"/>
              </a:ext>
            </a:extLst>
          </p:cNvPr>
          <p:cNvSpPr>
            <a:spLocks noGrp="1"/>
          </p:cNvSpPr>
          <p:nvPr>
            <p:ph type="ctrTitle"/>
          </p:nvPr>
        </p:nvSpPr>
        <p:spPr>
          <a:xfrm>
            <a:off x="412666" y="304585"/>
            <a:ext cx="6925732" cy="512448"/>
          </a:xfrm>
        </p:spPr>
        <p:txBody>
          <a:bodyPr/>
          <a:lstStyle/>
          <a:p>
            <a:r>
              <a:rPr lang="en-US">
                <a:latin typeface="Acumin Pro ExtraCondensed"/>
              </a:rPr>
              <a:t>Team Brief</a:t>
            </a:r>
            <a:endParaRPr lang="en-US"/>
          </a:p>
        </p:txBody>
      </p:sp>
      <p:sp>
        <p:nvSpPr>
          <p:cNvPr id="5" name="Date">
            <a:extLst>
              <a:ext uri="{FF2B5EF4-FFF2-40B4-BE49-F238E27FC236}">
                <a16:creationId xmlns:a16="http://schemas.microsoft.com/office/drawing/2014/main" id="{7FEEB1B5-922E-6B41-9256-301776A52CE2}"/>
              </a:ext>
            </a:extLst>
          </p:cNvPr>
          <p:cNvSpPr>
            <a:spLocks noGrp="1"/>
          </p:cNvSpPr>
          <p:nvPr>
            <p:ph type="dt" sz="half" idx="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0C8DACD-4E35-4E4C-AC75-C3DE50F04E7E}" type="datetime1">
              <a:rPr kumimoji="0" lang="en-US" sz="1000" b="0" i="0" u="none" strike="noStrike" kern="1200" cap="none" spc="0" normalizeH="0" baseline="0" noProof="0" smtClean="0">
                <a:ln>
                  <a:noFill/>
                </a:ln>
                <a:solidFill>
                  <a:srgbClr val="000000">
                    <a:alpha val="70000"/>
                  </a:srgbClr>
                </a:solidFill>
                <a:effectLst/>
                <a:uLnTx/>
                <a:uFillTx/>
                <a:latin typeface="Acumin Pro" panose="020B0504020202020204" pitchFamily="34" charset="77"/>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12/17/2021</a:t>
            </a:fld>
            <a:endParaRPr kumimoji="0" lang="en-US" sz="1000" b="0" i="0" u="none" strike="noStrike" kern="1200" cap="none" spc="0" normalizeH="0" baseline="0" noProof="0">
              <a:ln>
                <a:noFill/>
              </a:ln>
              <a:solidFill>
                <a:srgbClr val="000000">
                  <a:alpha val="70000"/>
                </a:srgbClr>
              </a:solidFill>
              <a:effectLst/>
              <a:uLnTx/>
              <a:uFillTx/>
              <a:latin typeface="Acumin Pro" panose="020B0504020202020204" pitchFamily="34" charset="77"/>
              <a:ea typeface="+mn-ea"/>
              <a:cs typeface="+mn-cs"/>
            </a:endParaRPr>
          </a:p>
        </p:txBody>
      </p:sp>
      <p:sp>
        <p:nvSpPr>
          <p:cNvPr id="6" name="Slide Number">
            <a:extLst>
              <a:ext uri="{FF2B5EF4-FFF2-40B4-BE49-F238E27FC236}">
                <a16:creationId xmlns:a16="http://schemas.microsoft.com/office/drawing/2014/main" id="{8AD25A61-95C4-5F44-8726-98D65EC40F9E}"/>
              </a:ext>
            </a:extLst>
          </p:cNvPr>
          <p:cNvSpPr>
            <a:spLocks noGrp="1"/>
          </p:cNvSpPr>
          <p:nvPr>
            <p:ph type="sldNum" sz="quarter" idx="4"/>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8A7A6979-0714-4377-B894-6BE4C2D6E202}" type="slidenum">
              <a:rPr kumimoji="0" lang="en-US" sz="1000" b="1" i="0" u="none" strike="noStrike" kern="1200" cap="none" spc="0" normalizeH="0" baseline="0" noProof="0" smtClean="0">
                <a:ln>
                  <a:noFill/>
                </a:ln>
                <a:solidFill>
                  <a:srgbClr val="000000"/>
                </a:solidFill>
                <a:effectLst/>
                <a:uLnTx/>
                <a:uFillTx/>
                <a:latin typeface="Acumin Pro Semibold" panose="020B0504020202020204" pitchFamily="34" charset="77"/>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2</a:t>
            </a:fld>
            <a:endParaRPr kumimoji="0" lang="en-US" sz="1000" b="1" i="0" u="none" strike="noStrike" kern="1200" cap="none" spc="0" normalizeH="0" baseline="0" noProof="0">
              <a:ln>
                <a:noFill/>
              </a:ln>
              <a:solidFill>
                <a:srgbClr val="000000"/>
              </a:solidFill>
              <a:effectLst/>
              <a:uLnTx/>
              <a:uFillTx/>
              <a:latin typeface="Acumin Pro Semibold" panose="020B0504020202020204" pitchFamily="34" charset="77"/>
              <a:ea typeface="+mn-ea"/>
              <a:cs typeface="+mn-cs"/>
            </a:endParaRPr>
          </a:p>
        </p:txBody>
      </p:sp>
      <p:sp>
        <p:nvSpPr>
          <p:cNvPr id="4" name="Rectangle 3">
            <a:extLst>
              <a:ext uri="{FF2B5EF4-FFF2-40B4-BE49-F238E27FC236}">
                <a16:creationId xmlns:a16="http://schemas.microsoft.com/office/drawing/2014/main" id="{BC71718F-666F-3F4B-917F-1AE74F5CAF74}"/>
              </a:ext>
            </a:extLst>
          </p:cNvPr>
          <p:cNvSpPr/>
          <p:nvPr/>
        </p:nvSpPr>
        <p:spPr>
          <a:xfrm>
            <a:off x="178129" y="1540823"/>
            <a:ext cx="8787741" cy="3776354"/>
          </a:xfrm>
          <a:prstGeom prst="rect">
            <a:avLst/>
          </a:prstGeom>
          <a:solidFill>
            <a:schemeClr val="accent1">
              <a:lumMod val="20000"/>
              <a:lumOff val="8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a:extLst>
              <a:ext uri="{FF2B5EF4-FFF2-40B4-BE49-F238E27FC236}">
                <a16:creationId xmlns:a16="http://schemas.microsoft.com/office/drawing/2014/main" id="{1C26892E-7129-E044-921A-8F4EAF9F1932}"/>
              </a:ext>
            </a:extLst>
          </p:cNvPr>
          <p:cNvSpPr txBox="1">
            <a:spLocks/>
          </p:cNvSpPr>
          <p:nvPr/>
        </p:nvSpPr>
        <p:spPr bwMode="blackWhite">
          <a:xfrm>
            <a:off x="7303475" y="3920079"/>
            <a:ext cx="1400304" cy="664797"/>
          </a:xfrm>
          <a:prstGeom prst="rect">
            <a:avLst/>
          </a:prstGeom>
          <a:noFill/>
          <a:ln w="38100" cap="sq">
            <a:noFill/>
            <a:miter lim="800000"/>
          </a:ln>
        </p:spPr>
        <p:txBody>
          <a:bodyPr vert="horz" wrap="square" lIns="0" tIns="0" rIns="0" bIns="0" rtlCol="0" anchor="t" anchorCtr="0">
            <a:spAutoFit/>
          </a:bodyPr>
          <a:lstStyle>
            <a:lvl1pPr algn="l" defTabSz="914400" rtl="0" eaLnBrk="1" latinLnBrk="0" hangingPunct="1">
              <a:lnSpc>
                <a:spcPct val="90000"/>
              </a:lnSpc>
              <a:spcBef>
                <a:spcPct val="0"/>
              </a:spcBef>
              <a:buNone/>
              <a:defRPr sz="3600" b="1" i="1" kern="1200" cap="none" spc="0" baseline="0">
                <a:solidFill>
                  <a:schemeClr val="tx2"/>
                </a:solidFill>
                <a:latin typeface="Acumin Pro ExtraCondensed" panose="020B0508020202020204" pitchFamily="34" charset="77"/>
                <a:ea typeface="+mj-ea"/>
                <a:cs typeface="+mj-cs"/>
              </a:defRPr>
            </a:lvl1pPr>
          </a:lstStyle>
          <a:p>
            <a:pPr algn="ctr"/>
            <a:r>
              <a:rPr lang="en-US" sz="2400" i="0" dirty="0" err="1">
                <a:solidFill>
                  <a:schemeClr val="bg1"/>
                </a:solidFill>
                <a:latin typeface="Acumin Pro ExtraCondensed"/>
              </a:rPr>
              <a:t>Arghya</a:t>
            </a:r>
            <a:r>
              <a:rPr lang="en-US" sz="2400" i="0" dirty="0">
                <a:solidFill>
                  <a:schemeClr val="bg1"/>
                </a:solidFill>
                <a:latin typeface="Acumin Pro ExtraCondensed"/>
              </a:rPr>
              <a:t> </a:t>
            </a:r>
            <a:r>
              <a:rPr lang="en-US" sz="2400" i="0" dirty="0" err="1">
                <a:solidFill>
                  <a:schemeClr val="bg1"/>
                </a:solidFill>
                <a:latin typeface="Acumin Pro ExtraCondensed"/>
              </a:rPr>
              <a:t>Misra</a:t>
            </a:r>
            <a:endParaRPr lang="en-US" sz="2400" i="0" dirty="0">
              <a:solidFill>
                <a:schemeClr val="bg1"/>
              </a:solidFill>
            </a:endParaRPr>
          </a:p>
        </p:txBody>
      </p:sp>
      <p:sp>
        <p:nvSpPr>
          <p:cNvPr id="13" name="Title">
            <a:extLst>
              <a:ext uri="{FF2B5EF4-FFF2-40B4-BE49-F238E27FC236}">
                <a16:creationId xmlns:a16="http://schemas.microsoft.com/office/drawing/2014/main" id="{36F7C3A6-F54C-704D-AFD5-D2D247525E2C}"/>
              </a:ext>
            </a:extLst>
          </p:cNvPr>
          <p:cNvSpPr txBox="1">
            <a:spLocks/>
          </p:cNvSpPr>
          <p:nvPr/>
        </p:nvSpPr>
        <p:spPr bwMode="blackWhite">
          <a:xfrm>
            <a:off x="365267" y="3920079"/>
            <a:ext cx="1852907" cy="332399"/>
          </a:xfrm>
          <a:prstGeom prst="rect">
            <a:avLst/>
          </a:prstGeom>
          <a:noFill/>
          <a:ln w="38100" cap="sq">
            <a:noFill/>
            <a:miter lim="800000"/>
          </a:ln>
        </p:spPr>
        <p:txBody>
          <a:bodyPr vert="horz" wrap="square" lIns="0" tIns="0" rIns="0" bIns="0" rtlCol="0" anchor="t" anchorCtr="0">
            <a:spAutoFit/>
          </a:bodyPr>
          <a:lstStyle>
            <a:lvl1pPr algn="l" defTabSz="914400" rtl="0" eaLnBrk="1" latinLnBrk="0" hangingPunct="1">
              <a:lnSpc>
                <a:spcPct val="90000"/>
              </a:lnSpc>
              <a:spcBef>
                <a:spcPct val="0"/>
              </a:spcBef>
              <a:buNone/>
              <a:defRPr sz="3600" b="1" i="1" kern="1200" cap="none" spc="0" baseline="0">
                <a:solidFill>
                  <a:schemeClr val="tx2"/>
                </a:solidFill>
                <a:latin typeface="Acumin Pro ExtraCondensed" panose="020B0508020202020204" pitchFamily="34" charset="77"/>
                <a:ea typeface="+mj-ea"/>
                <a:cs typeface="+mj-cs"/>
              </a:defRPr>
            </a:lvl1pPr>
          </a:lstStyle>
          <a:p>
            <a:pPr algn="ctr"/>
            <a:r>
              <a:rPr lang="en-US" sz="2400" i="0" dirty="0" err="1">
                <a:solidFill>
                  <a:schemeClr val="bg1"/>
                </a:solidFill>
                <a:latin typeface="Acumin Pro ExtraCondensed"/>
              </a:rPr>
              <a:t>Prerana</a:t>
            </a:r>
            <a:r>
              <a:rPr lang="en-US" sz="2400" i="0" dirty="0">
                <a:solidFill>
                  <a:schemeClr val="bg1"/>
                </a:solidFill>
                <a:latin typeface="Acumin Pro ExtraCondensed"/>
              </a:rPr>
              <a:t> Das</a:t>
            </a:r>
            <a:endParaRPr lang="en-US" sz="2400" i="0" dirty="0">
              <a:solidFill>
                <a:schemeClr val="bg1"/>
              </a:solidFill>
            </a:endParaRPr>
          </a:p>
        </p:txBody>
      </p:sp>
      <p:sp>
        <p:nvSpPr>
          <p:cNvPr id="15" name="Title">
            <a:extLst>
              <a:ext uri="{FF2B5EF4-FFF2-40B4-BE49-F238E27FC236}">
                <a16:creationId xmlns:a16="http://schemas.microsoft.com/office/drawing/2014/main" id="{038EEFFE-7CA1-3E4C-882F-6D8CB74FBD25}"/>
              </a:ext>
            </a:extLst>
          </p:cNvPr>
          <p:cNvSpPr txBox="1">
            <a:spLocks/>
          </p:cNvSpPr>
          <p:nvPr/>
        </p:nvSpPr>
        <p:spPr bwMode="blackWhite">
          <a:xfrm>
            <a:off x="2877531" y="3922806"/>
            <a:ext cx="1400304" cy="664797"/>
          </a:xfrm>
          <a:prstGeom prst="rect">
            <a:avLst/>
          </a:prstGeom>
          <a:noFill/>
          <a:ln w="38100" cap="sq">
            <a:noFill/>
            <a:miter lim="800000"/>
          </a:ln>
        </p:spPr>
        <p:txBody>
          <a:bodyPr vert="horz" wrap="square" lIns="0" tIns="0" rIns="0" bIns="0" rtlCol="0" anchor="t" anchorCtr="0">
            <a:spAutoFit/>
          </a:bodyPr>
          <a:lstStyle>
            <a:lvl1pPr algn="l" defTabSz="914400" rtl="0" eaLnBrk="1" latinLnBrk="0" hangingPunct="1">
              <a:lnSpc>
                <a:spcPct val="90000"/>
              </a:lnSpc>
              <a:spcBef>
                <a:spcPct val="0"/>
              </a:spcBef>
              <a:buNone/>
              <a:defRPr sz="3600" b="1" i="1" kern="1200" cap="none" spc="0" baseline="0">
                <a:solidFill>
                  <a:schemeClr val="tx2"/>
                </a:solidFill>
                <a:latin typeface="Acumin Pro ExtraCondensed" panose="020B0508020202020204" pitchFamily="34" charset="77"/>
                <a:ea typeface="+mj-ea"/>
                <a:cs typeface="+mj-cs"/>
              </a:defRPr>
            </a:lvl1pPr>
          </a:lstStyle>
          <a:p>
            <a:pPr algn="ctr"/>
            <a:r>
              <a:rPr lang="en-US" sz="2400" i="0">
                <a:solidFill>
                  <a:schemeClr val="bg1"/>
                </a:solidFill>
                <a:latin typeface="Acumin Pro ExtraCondensed"/>
              </a:rPr>
              <a:t>Priyal </a:t>
            </a:r>
          </a:p>
          <a:p>
            <a:pPr algn="ctr"/>
            <a:r>
              <a:rPr lang="en-US" sz="2400" i="0">
                <a:solidFill>
                  <a:schemeClr val="bg1"/>
                </a:solidFill>
                <a:latin typeface="Acumin Pro ExtraCondensed"/>
              </a:rPr>
              <a:t>Vora</a:t>
            </a:r>
            <a:endParaRPr lang="en-US" sz="2400" i="0">
              <a:solidFill>
                <a:schemeClr val="bg1"/>
              </a:solidFill>
            </a:endParaRPr>
          </a:p>
        </p:txBody>
      </p:sp>
      <p:sp>
        <p:nvSpPr>
          <p:cNvPr id="17" name="Title">
            <a:extLst>
              <a:ext uri="{FF2B5EF4-FFF2-40B4-BE49-F238E27FC236}">
                <a16:creationId xmlns:a16="http://schemas.microsoft.com/office/drawing/2014/main" id="{D23B52D7-A019-454D-8DB6-71996D09B6C1}"/>
              </a:ext>
            </a:extLst>
          </p:cNvPr>
          <p:cNvSpPr txBox="1">
            <a:spLocks/>
          </p:cNvSpPr>
          <p:nvPr/>
        </p:nvSpPr>
        <p:spPr bwMode="blackWhite">
          <a:xfrm>
            <a:off x="4775214" y="3922700"/>
            <a:ext cx="1922538" cy="664797"/>
          </a:xfrm>
          <a:prstGeom prst="rect">
            <a:avLst/>
          </a:prstGeom>
          <a:noFill/>
          <a:ln w="38100" cap="sq">
            <a:noFill/>
            <a:miter lim="800000"/>
          </a:ln>
        </p:spPr>
        <p:txBody>
          <a:bodyPr vert="horz" wrap="square" lIns="0" tIns="0" rIns="0" bIns="0" rtlCol="0" anchor="t" anchorCtr="0">
            <a:spAutoFit/>
          </a:bodyPr>
          <a:lstStyle>
            <a:lvl1pPr algn="l" defTabSz="914400" rtl="0" eaLnBrk="1" latinLnBrk="0" hangingPunct="1">
              <a:lnSpc>
                <a:spcPct val="90000"/>
              </a:lnSpc>
              <a:spcBef>
                <a:spcPct val="0"/>
              </a:spcBef>
              <a:buNone/>
              <a:defRPr sz="3600" b="1" i="1" kern="1200" cap="none" spc="0" baseline="0">
                <a:solidFill>
                  <a:schemeClr val="tx2"/>
                </a:solidFill>
                <a:latin typeface="Acumin Pro ExtraCondensed" panose="020B0508020202020204" pitchFamily="34" charset="77"/>
                <a:ea typeface="+mj-ea"/>
                <a:cs typeface="+mj-cs"/>
              </a:defRPr>
            </a:lvl1pPr>
          </a:lstStyle>
          <a:p>
            <a:pPr algn="ctr"/>
            <a:r>
              <a:rPr lang="en-US" sz="2400" i="0" dirty="0">
                <a:solidFill>
                  <a:schemeClr val="bg1"/>
                </a:solidFill>
                <a:latin typeface="Acumin Pro ExtraCondensed"/>
              </a:rPr>
              <a:t>Shih-Hua Wang</a:t>
            </a:r>
            <a:endParaRPr lang="en-US" sz="2400" i="0" dirty="0">
              <a:solidFill>
                <a:schemeClr val="bg1"/>
              </a:solidFill>
            </a:endParaRPr>
          </a:p>
        </p:txBody>
      </p:sp>
      <p:sp>
        <p:nvSpPr>
          <p:cNvPr id="23" name="TextBox 22">
            <a:extLst>
              <a:ext uri="{FF2B5EF4-FFF2-40B4-BE49-F238E27FC236}">
                <a16:creationId xmlns:a16="http://schemas.microsoft.com/office/drawing/2014/main" id="{610DF3E0-F66C-0449-AF1C-F5993138B50E}"/>
              </a:ext>
            </a:extLst>
          </p:cNvPr>
          <p:cNvSpPr txBox="1"/>
          <p:nvPr/>
        </p:nvSpPr>
        <p:spPr>
          <a:xfrm>
            <a:off x="2809567" y="4827729"/>
            <a:ext cx="149201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i="1">
                <a:solidFill>
                  <a:schemeClr val="accent1">
                    <a:lumMod val="75000"/>
                  </a:schemeClr>
                </a:solidFill>
              </a:rPr>
              <a:t>MS Marketing</a:t>
            </a:r>
          </a:p>
        </p:txBody>
      </p:sp>
      <p:sp>
        <p:nvSpPr>
          <p:cNvPr id="24" name="TextBox 23">
            <a:extLst>
              <a:ext uri="{FF2B5EF4-FFF2-40B4-BE49-F238E27FC236}">
                <a16:creationId xmlns:a16="http://schemas.microsoft.com/office/drawing/2014/main" id="{DBF5BE48-9AB5-9945-BF7C-6A576477A59F}"/>
              </a:ext>
            </a:extLst>
          </p:cNvPr>
          <p:cNvSpPr txBox="1"/>
          <p:nvPr/>
        </p:nvSpPr>
        <p:spPr>
          <a:xfrm>
            <a:off x="5042384" y="4827729"/>
            <a:ext cx="149201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i="1" dirty="0">
                <a:solidFill>
                  <a:schemeClr val="accent1">
                    <a:lumMod val="75000"/>
                  </a:schemeClr>
                </a:solidFill>
              </a:rPr>
              <a:t>MS Marketing</a:t>
            </a:r>
          </a:p>
        </p:txBody>
      </p:sp>
      <p:sp>
        <p:nvSpPr>
          <p:cNvPr id="25" name="TextBox 24">
            <a:extLst>
              <a:ext uri="{FF2B5EF4-FFF2-40B4-BE49-F238E27FC236}">
                <a16:creationId xmlns:a16="http://schemas.microsoft.com/office/drawing/2014/main" id="{78F0EE8F-6211-694F-B4A8-976030C6367E}"/>
              </a:ext>
            </a:extLst>
          </p:cNvPr>
          <p:cNvSpPr txBox="1"/>
          <p:nvPr/>
        </p:nvSpPr>
        <p:spPr>
          <a:xfrm>
            <a:off x="615221" y="4827730"/>
            <a:ext cx="143224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i="1">
                <a:solidFill>
                  <a:schemeClr val="accent1">
                    <a:lumMod val="75000"/>
                  </a:schemeClr>
                </a:solidFill>
              </a:rPr>
              <a:t>MS BAIM</a:t>
            </a:r>
            <a:endParaRPr lang="en-US" i="1" baseline="30000">
              <a:solidFill>
                <a:schemeClr val="accent1">
                  <a:lumMod val="75000"/>
                </a:schemeClr>
              </a:solidFill>
            </a:endParaRPr>
          </a:p>
        </p:txBody>
      </p:sp>
      <p:sp>
        <p:nvSpPr>
          <p:cNvPr id="26" name="TextBox 25">
            <a:extLst>
              <a:ext uri="{FF2B5EF4-FFF2-40B4-BE49-F238E27FC236}">
                <a16:creationId xmlns:a16="http://schemas.microsoft.com/office/drawing/2014/main" id="{FC3CA203-8413-0647-8304-B803C891B17B}"/>
              </a:ext>
            </a:extLst>
          </p:cNvPr>
          <p:cNvSpPr txBox="1"/>
          <p:nvPr/>
        </p:nvSpPr>
        <p:spPr>
          <a:xfrm>
            <a:off x="7206728" y="4827729"/>
            <a:ext cx="167466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i="1" dirty="0">
                <a:solidFill>
                  <a:schemeClr val="accent1">
                    <a:lumMod val="75000"/>
                  </a:schemeClr>
                </a:solidFill>
              </a:rPr>
              <a:t>MS Supply Chain</a:t>
            </a:r>
            <a:endParaRPr lang="en-US" i="1" baseline="30000" dirty="0">
              <a:solidFill>
                <a:schemeClr val="accent1">
                  <a:lumMod val="75000"/>
                </a:schemeClr>
              </a:solidFill>
            </a:endParaRPr>
          </a:p>
        </p:txBody>
      </p:sp>
      <p:sp>
        <p:nvSpPr>
          <p:cNvPr id="7" name="TextBox 6">
            <a:extLst>
              <a:ext uri="{FF2B5EF4-FFF2-40B4-BE49-F238E27FC236}">
                <a16:creationId xmlns:a16="http://schemas.microsoft.com/office/drawing/2014/main" id="{F88F9FE7-16A0-834A-8A96-661BABA09F50}"/>
              </a:ext>
            </a:extLst>
          </p:cNvPr>
          <p:cNvSpPr txBox="1"/>
          <p:nvPr/>
        </p:nvSpPr>
        <p:spPr>
          <a:xfrm>
            <a:off x="22405" y="6606823"/>
            <a:ext cx="5582750" cy="246221"/>
          </a:xfrm>
          <a:prstGeom prst="rect">
            <a:avLst/>
          </a:prstGeom>
          <a:noFill/>
        </p:spPr>
        <p:txBody>
          <a:bodyPr wrap="square" rtlCol="0">
            <a:spAutoFit/>
          </a:bodyPr>
          <a:lstStyle/>
          <a:p>
            <a:r>
              <a:rPr lang="en-US" sz="1000">
                <a:solidFill>
                  <a:schemeClr val="accent1">
                    <a:lumMod val="50000"/>
                  </a:schemeClr>
                </a:solidFill>
              </a:rPr>
              <a:t>*</a:t>
            </a:r>
            <a:r>
              <a:rPr lang="en-US" sz="1000">
                <a:solidFill>
                  <a:schemeClr val="bg1"/>
                </a:solidFill>
              </a:rPr>
              <a:t>BAIM: Business Analytics and Information Management</a:t>
            </a:r>
          </a:p>
        </p:txBody>
      </p:sp>
      <p:pic>
        <p:nvPicPr>
          <p:cNvPr id="8" name="Picture 7" descr="A picture containing person, clothing, outdoor, suit&#10;&#10;Description automatically generated">
            <a:extLst>
              <a:ext uri="{FF2B5EF4-FFF2-40B4-BE49-F238E27FC236}">
                <a16:creationId xmlns:a16="http://schemas.microsoft.com/office/drawing/2014/main" id="{52A031EB-CD91-47C8-9137-3067C7594E2E}"/>
              </a:ext>
            </a:extLst>
          </p:cNvPr>
          <p:cNvPicPr>
            <a:picLocks noChangeAspect="1"/>
          </p:cNvPicPr>
          <p:nvPr/>
        </p:nvPicPr>
        <p:blipFill>
          <a:blip r:embed="rId2"/>
          <a:stretch>
            <a:fillRect/>
          </a:stretch>
        </p:blipFill>
        <p:spPr>
          <a:xfrm>
            <a:off x="2693025" y="1669882"/>
            <a:ext cx="1878974" cy="2123865"/>
          </a:xfrm>
          <a:prstGeom prst="ellipse">
            <a:avLst/>
          </a:prstGeom>
          <a:ln>
            <a:noFill/>
          </a:ln>
          <a:effectLst>
            <a:softEdge rad="112500"/>
          </a:effectLst>
        </p:spPr>
      </p:pic>
      <p:pic>
        <p:nvPicPr>
          <p:cNvPr id="19" name="Picture 4" descr="profile image">
            <a:extLst>
              <a:ext uri="{FF2B5EF4-FFF2-40B4-BE49-F238E27FC236}">
                <a16:creationId xmlns:a16="http://schemas.microsoft.com/office/drawing/2014/main" id="{130BA3E4-0CF4-4563-BA91-4C85A186960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097" r="5878" b="11001"/>
          <a:stretch/>
        </p:blipFill>
        <p:spPr bwMode="auto">
          <a:xfrm>
            <a:off x="440073" y="1919552"/>
            <a:ext cx="1796448" cy="1880412"/>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10" name="Picture 9" descr="A person in a suit and tie&#10;&#10;Description automatically generated with medium confidence">
            <a:extLst>
              <a:ext uri="{FF2B5EF4-FFF2-40B4-BE49-F238E27FC236}">
                <a16:creationId xmlns:a16="http://schemas.microsoft.com/office/drawing/2014/main" id="{2A4DA553-D9CD-4C48-BBCA-29CAD3A66483}"/>
              </a:ext>
            </a:extLst>
          </p:cNvPr>
          <p:cNvPicPr>
            <a:picLocks noChangeAspect="1"/>
          </p:cNvPicPr>
          <p:nvPr/>
        </p:nvPicPr>
        <p:blipFill>
          <a:blip r:embed="rId4"/>
          <a:stretch>
            <a:fillRect/>
          </a:stretch>
        </p:blipFill>
        <p:spPr>
          <a:xfrm>
            <a:off x="4796018" y="1914772"/>
            <a:ext cx="1878975" cy="1878975"/>
          </a:xfrm>
          <a:prstGeom prst="ellipse">
            <a:avLst/>
          </a:prstGeom>
          <a:ln>
            <a:noFill/>
          </a:ln>
          <a:effectLst>
            <a:softEdge rad="112500"/>
          </a:effectLst>
        </p:spPr>
      </p:pic>
      <p:pic>
        <p:nvPicPr>
          <p:cNvPr id="18" name="Picture 17" descr="A person wearing glasses&#10;&#10;Description automatically generated with medium confidence">
            <a:extLst>
              <a:ext uri="{FF2B5EF4-FFF2-40B4-BE49-F238E27FC236}">
                <a16:creationId xmlns:a16="http://schemas.microsoft.com/office/drawing/2014/main" id="{E900DE41-552E-4348-9396-CDD925B1DBB4}"/>
              </a:ext>
            </a:extLst>
          </p:cNvPr>
          <p:cNvPicPr>
            <a:picLocks noChangeAspect="1"/>
          </p:cNvPicPr>
          <p:nvPr/>
        </p:nvPicPr>
        <p:blipFill>
          <a:blip r:embed="rId5"/>
          <a:stretch>
            <a:fillRect/>
          </a:stretch>
        </p:blipFill>
        <p:spPr>
          <a:xfrm>
            <a:off x="7110110" y="1970603"/>
            <a:ext cx="1729984" cy="1880413"/>
          </a:xfrm>
          <a:prstGeom prst="ellipse">
            <a:avLst/>
          </a:prstGeom>
          <a:ln>
            <a:noFill/>
          </a:ln>
          <a:effectLst>
            <a:softEdge rad="112500"/>
          </a:effectLst>
        </p:spPr>
      </p:pic>
    </p:spTree>
    <p:extLst>
      <p:ext uri="{BB962C8B-B14F-4D97-AF65-F5344CB8AC3E}">
        <p14:creationId xmlns:p14="http://schemas.microsoft.com/office/powerpoint/2010/main" val="38466805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66EC8-03FC-4839-BF47-DAF0087BC9A4}"/>
              </a:ext>
            </a:extLst>
          </p:cNvPr>
          <p:cNvSpPr>
            <a:spLocks noGrp="1"/>
          </p:cNvSpPr>
          <p:nvPr>
            <p:ph type="ctrTitle"/>
          </p:nvPr>
        </p:nvSpPr>
        <p:spPr>
          <a:xfrm>
            <a:off x="702975" y="363645"/>
            <a:ext cx="6925732" cy="512448"/>
          </a:xfrm>
        </p:spPr>
        <p:txBody>
          <a:bodyPr/>
          <a:lstStyle/>
          <a:p>
            <a:r>
              <a:rPr lang="en-US">
                <a:latin typeface="Acumin Pro ExtraCondensed"/>
              </a:rPr>
              <a:t>Agenda</a:t>
            </a:r>
            <a:endParaRPr lang="en-US"/>
          </a:p>
        </p:txBody>
      </p:sp>
      <p:sp>
        <p:nvSpPr>
          <p:cNvPr id="4" name="Text Placeholder 3">
            <a:extLst>
              <a:ext uri="{FF2B5EF4-FFF2-40B4-BE49-F238E27FC236}">
                <a16:creationId xmlns:a16="http://schemas.microsoft.com/office/drawing/2014/main" id="{F93E8E77-5D29-4D74-8652-AFAF1D4CB65F}"/>
              </a:ext>
            </a:extLst>
          </p:cNvPr>
          <p:cNvSpPr>
            <a:spLocks noGrp="1"/>
          </p:cNvSpPr>
          <p:nvPr>
            <p:ph type="body" sz="quarter" idx="14"/>
          </p:nvPr>
        </p:nvSpPr>
        <p:spPr>
          <a:xfrm>
            <a:off x="548589" y="1723230"/>
            <a:ext cx="5524500" cy="3411537"/>
          </a:xfrm>
        </p:spPr>
        <p:txBody>
          <a:bodyPr vert="horz" lIns="0" tIns="0" rIns="0" bIns="0" rtlCol="0" anchor="t">
            <a:noAutofit/>
          </a:bodyPr>
          <a:lstStyle/>
          <a:p>
            <a:r>
              <a:rPr lang="en-US" sz="1900" dirty="0">
                <a:solidFill>
                  <a:schemeClr val="accent1"/>
                </a:solidFill>
                <a:latin typeface="Acumin Pro"/>
              </a:rPr>
              <a:t>Team Brief</a:t>
            </a:r>
          </a:p>
          <a:p>
            <a:pPr marL="0" indent="0">
              <a:buNone/>
            </a:pPr>
            <a:endParaRPr lang="en-US" sz="1900" dirty="0">
              <a:solidFill>
                <a:schemeClr val="accent1"/>
              </a:solidFill>
            </a:endParaRPr>
          </a:p>
          <a:p>
            <a:r>
              <a:rPr lang="en-US" sz="1900" dirty="0">
                <a:solidFill>
                  <a:schemeClr val="accent1"/>
                </a:solidFill>
                <a:latin typeface="Acumin Pro"/>
              </a:rPr>
              <a:t>Case Overview &amp; Objective</a:t>
            </a:r>
          </a:p>
          <a:p>
            <a:pPr marL="0" indent="0">
              <a:buNone/>
            </a:pPr>
            <a:endParaRPr lang="en-US" sz="1900" dirty="0">
              <a:solidFill>
                <a:schemeClr val="accent1"/>
              </a:solidFill>
              <a:latin typeface="Acumin Pro"/>
            </a:endParaRPr>
          </a:p>
          <a:p>
            <a:pPr>
              <a:buFont typeface="Wingdings" panose="05000000000000000000" pitchFamily="2" charset="2"/>
              <a:buChar char="q"/>
            </a:pPr>
            <a:r>
              <a:rPr lang="en-US" sz="1900" dirty="0">
                <a:solidFill>
                  <a:schemeClr val="accent1"/>
                </a:solidFill>
                <a:latin typeface="Acumin Pro"/>
              </a:rPr>
              <a:t>Problem Statement</a:t>
            </a:r>
          </a:p>
          <a:p>
            <a:pPr>
              <a:buFont typeface="Wingdings" panose="05000000000000000000" pitchFamily="2" charset="2"/>
              <a:buChar char="q"/>
            </a:pPr>
            <a:r>
              <a:rPr lang="en-US" sz="1900" dirty="0">
                <a:solidFill>
                  <a:schemeClr val="accent1"/>
                </a:solidFill>
                <a:latin typeface="Acumin Pro"/>
              </a:rPr>
              <a:t>Objective</a:t>
            </a:r>
          </a:p>
          <a:p>
            <a:pPr>
              <a:buFont typeface="Wingdings" panose="05000000000000000000" pitchFamily="2" charset="2"/>
              <a:buChar char="q"/>
            </a:pPr>
            <a:r>
              <a:rPr lang="en-US" sz="1900" dirty="0">
                <a:solidFill>
                  <a:schemeClr val="accent1"/>
                </a:solidFill>
                <a:latin typeface="Acumin Pro"/>
              </a:rPr>
              <a:t>Dataset</a:t>
            </a:r>
          </a:p>
          <a:p>
            <a:pPr>
              <a:buFont typeface="Wingdings" panose="05000000000000000000" pitchFamily="2" charset="2"/>
              <a:buChar char="q"/>
            </a:pPr>
            <a:r>
              <a:rPr lang="en-US" sz="1900" dirty="0">
                <a:solidFill>
                  <a:schemeClr val="accent1"/>
                </a:solidFill>
                <a:latin typeface="Acumin Pro"/>
              </a:rPr>
              <a:t>Approach</a:t>
            </a:r>
          </a:p>
          <a:p>
            <a:endParaRPr lang="en-US" sz="1900" dirty="0">
              <a:solidFill>
                <a:schemeClr val="accent1"/>
              </a:solidFill>
              <a:latin typeface="Acumin Pro"/>
            </a:endParaRPr>
          </a:p>
          <a:p>
            <a:r>
              <a:rPr lang="en-US" sz="1900" dirty="0">
                <a:solidFill>
                  <a:schemeClr val="accent1"/>
                </a:solidFill>
                <a:latin typeface="Acumin Pro"/>
              </a:rPr>
              <a:t>Business Questions</a:t>
            </a:r>
          </a:p>
          <a:p>
            <a:endParaRPr lang="en-US" sz="1900" dirty="0">
              <a:solidFill>
                <a:schemeClr val="accent1"/>
              </a:solidFill>
              <a:latin typeface="Acumin Pro"/>
            </a:endParaRPr>
          </a:p>
          <a:p>
            <a:r>
              <a:rPr lang="en-US" sz="1900" dirty="0">
                <a:solidFill>
                  <a:schemeClr val="accent1"/>
                </a:solidFill>
                <a:latin typeface="Acumin Pro"/>
              </a:rPr>
              <a:t>Key Takeaways</a:t>
            </a:r>
            <a:endParaRPr lang="en-US" sz="1900" dirty="0">
              <a:solidFill>
                <a:schemeClr val="accent1"/>
              </a:solidFill>
            </a:endParaRPr>
          </a:p>
          <a:p>
            <a:endParaRPr lang="en-US" sz="1900" dirty="0">
              <a:solidFill>
                <a:schemeClr val="accent1"/>
              </a:solidFill>
            </a:endParaRPr>
          </a:p>
        </p:txBody>
      </p:sp>
      <p:sp>
        <p:nvSpPr>
          <p:cNvPr id="5" name="Date Placeholder 4">
            <a:extLst>
              <a:ext uri="{FF2B5EF4-FFF2-40B4-BE49-F238E27FC236}">
                <a16:creationId xmlns:a16="http://schemas.microsoft.com/office/drawing/2014/main" id="{0CB00FF5-0DA3-487F-A0CB-A318BACC81B9}"/>
              </a:ext>
            </a:extLst>
          </p:cNvPr>
          <p:cNvSpPr>
            <a:spLocks noGrp="1"/>
          </p:cNvSpPr>
          <p:nvPr>
            <p:ph type="dt" sz="half" idx="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0C8DACD-4E35-4E4C-AC75-C3DE50F04E7E}" type="datetime1">
              <a:rPr kumimoji="0" lang="en-US" sz="1000" b="0" i="0" u="none" strike="noStrike" kern="1200" cap="none" spc="0" normalizeH="0" baseline="0" noProof="0" smtClean="0">
                <a:ln>
                  <a:noFill/>
                </a:ln>
                <a:solidFill>
                  <a:srgbClr val="000000">
                    <a:alpha val="70000"/>
                  </a:srgbClr>
                </a:solidFill>
                <a:effectLst/>
                <a:uLnTx/>
                <a:uFillTx/>
                <a:latin typeface="Acumin Pro" panose="020B0504020202020204" pitchFamily="34" charset="77"/>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12/17/2021</a:t>
            </a:fld>
            <a:endParaRPr kumimoji="0" lang="en-US" sz="1000" b="0" i="0" u="none" strike="noStrike" kern="1200" cap="none" spc="0" normalizeH="0" baseline="0" noProof="0">
              <a:ln>
                <a:noFill/>
              </a:ln>
              <a:solidFill>
                <a:srgbClr val="000000">
                  <a:alpha val="70000"/>
                </a:srgbClr>
              </a:solidFill>
              <a:effectLst/>
              <a:uLnTx/>
              <a:uFillTx/>
              <a:latin typeface="Acumin Pro" panose="020B0504020202020204" pitchFamily="34" charset="77"/>
              <a:ea typeface="+mn-ea"/>
              <a:cs typeface="+mn-cs"/>
            </a:endParaRPr>
          </a:p>
        </p:txBody>
      </p:sp>
      <p:sp>
        <p:nvSpPr>
          <p:cNvPr id="6" name="Slide Number Placeholder 5">
            <a:extLst>
              <a:ext uri="{FF2B5EF4-FFF2-40B4-BE49-F238E27FC236}">
                <a16:creationId xmlns:a16="http://schemas.microsoft.com/office/drawing/2014/main" id="{F899A632-DF12-4607-A58D-A227EC67036B}"/>
              </a:ext>
            </a:extLst>
          </p:cNvPr>
          <p:cNvSpPr>
            <a:spLocks noGrp="1"/>
          </p:cNvSpPr>
          <p:nvPr>
            <p:ph type="sldNum" sz="quarter" idx="4"/>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8A7A6979-0714-4377-B894-6BE4C2D6E202}" type="slidenum">
              <a:rPr kumimoji="0" lang="en-US" sz="1000" b="1" i="0" u="none" strike="noStrike" kern="1200" cap="none" spc="0" normalizeH="0" baseline="0" noProof="0" smtClean="0">
                <a:ln>
                  <a:noFill/>
                </a:ln>
                <a:solidFill>
                  <a:srgbClr val="000000"/>
                </a:solidFill>
                <a:effectLst/>
                <a:uLnTx/>
                <a:uFillTx/>
                <a:latin typeface="Acumin Pro Semibold" panose="020B0504020202020204" pitchFamily="34" charset="77"/>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3</a:t>
            </a:fld>
            <a:endParaRPr kumimoji="0" lang="en-US" sz="1000" b="1" i="0" u="none" strike="noStrike" kern="1200" cap="none" spc="0" normalizeH="0" baseline="0" noProof="0">
              <a:ln>
                <a:noFill/>
              </a:ln>
              <a:solidFill>
                <a:srgbClr val="000000"/>
              </a:solidFill>
              <a:effectLst/>
              <a:uLnTx/>
              <a:uFillTx/>
              <a:latin typeface="Acumin Pro Semibold" panose="020B0504020202020204" pitchFamily="34" charset="77"/>
              <a:ea typeface="+mn-ea"/>
              <a:cs typeface="+mn-cs"/>
            </a:endParaRPr>
          </a:p>
        </p:txBody>
      </p:sp>
      <p:pic>
        <p:nvPicPr>
          <p:cNvPr id="7" name="Picture 6" descr="Logo&#10;&#10;Description automatically generated">
            <a:extLst>
              <a:ext uri="{FF2B5EF4-FFF2-40B4-BE49-F238E27FC236}">
                <a16:creationId xmlns:a16="http://schemas.microsoft.com/office/drawing/2014/main" id="{46DA7B48-5E3C-4475-858C-7D46599BF22F}"/>
              </a:ext>
            </a:extLst>
          </p:cNvPr>
          <p:cNvPicPr>
            <a:picLocks noChangeAspect="1"/>
          </p:cNvPicPr>
          <p:nvPr/>
        </p:nvPicPr>
        <p:blipFill>
          <a:blip r:embed="rId2"/>
          <a:stretch>
            <a:fillRect/>
          </a:stretch>
        </p:blipFill>
        <p:spPr>
          <a:xfrm>
            <a:off x="4359730" y="1240971"/>
            <a:ext cx="4688632" cy="4376057"/>
          </a:xfrm>
          <a:prstGeom prst="rect">
            <a:avLst/>
          </a:prstGeom>
        </p:spPr>
      </p:pic>
    </p:spTree>
    <p:extLst>
      <p:ext uri="{BB962C8B-B14F-4D97-AF65-F5344CB8AC3E}">
        <p14:creationId xmlns:p14="http://schemas.microsoft.com/office/powerpoint/2010/main" val="39419974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A4FD9-B117-433B-BCA7-D573319F2450}"/>
              </a:ext>
            </a:extLst>
          </p:cNvPr>
          <p:cNvSpPr>
            <a:spLocks noGrp="1"/>
          </p:cNvSpPr>
          <p:nvPr>
            <p:ph type="ctrTitle"/>
          </p:nvPr>
        </p:nvSpPr>
        <p:spPr>
          <a:xfrm>
            <a:off x="1109133" y="288999"/>
            <a:ext cx="6925732" cy="512448"/>
          </a:xfrm>
        </p:spPr>
        <p:txBody>
          <a:bodyPr/>
          <a:lstStyle/>
          <a:p>
            <a:r>
              <a:rPr lang="en-US" dirty="0"/>
              <a:t>Case Overview &amp; Objective</a:t>
            </a:r>
          </a:p>
        </p:txBody>
      </p:sp>
      <p:sp>
        <p:nvSpPr>
          <p:cNvPr id="5" name="Date Placeholder 4">
            <a:extLst>
              <a:ext uri="{FF2B5EF4-FFF2-40B4-BE49-F238E27FC236}">
                <a16:creationId xmlns:a16="http://schemas.microsoft.com/office/drawing/2014/main" id="{CDCCA0F7-191B-4ED4-B5C7-9E17A520BB80}"/>
              </a:ext>
            </a:extLst>
          </p:cNvPr>
          <p:cNvSpPr>
            <a:spLocks noGrp="1"/>
          </p:cNvSpPr>
          <p:nvPr>
            <p:ph type="dt" sz="half" idx="2"/>
          </p:nvPr>
        </p:nvSpPr>
        <p:spPr/>
        <p:txBody>
          <a:bodyPr/>
          <a:lstStyle/>
          <a:p>
            <a:fld id="{E0C8DACD-4E35-4E4C-AC75-C3DE50F04E7E}" type="datetime1">
              <a:rPr lang="en-US" smtClean="0"/>
              <a:pPr/>
              <a:t>12/17/2021</a:t>
            </a:fld>
            <a:endParaRPr lang="en-US"/>
          </a:p>
        </p:txBody>
      </p:sp>
      <p:sp>
        <p:nvSpPr>
          <p:cNvPr id="6" name="Slide Number Placeholder 5">
            <a:extLst>
              <a:ext uri="{FF2B5EF4-FFF2-40B4-BE49-F238E27FC236}">
                <a16:creationId xmlns:a16="http://schemas.microsoft.com/office/drawing/2014/main" id="{CFA929B0-E35D-47DC-80D6-3140ADDF8D92}"/>
              </a:ext>
            </a:extLst>
          </p:cNvPr>
          <p:cNvSpPr>
            <a:spLocks noGrp="1"/>
          </p:cNvSpPr>
          <p:nvPr>
            <p:ph type="sldNum" sz="quarter" idx="4"/>
          </p:nvPr>
        </p:nvSpPr>
        <p:spPr/>
        <p:txBody>
          <a:bodyPr/>
          <a:lstStyle/>
          <a:p>
            <a:fld id="{8A7A6979-0714-4377-B894-6BE4C2D6E202}" type="slidenum">
              <a:rPr lang="en-US" smtClean="0"/>
              <a:pPr/>
              <a:t>4</a:t>
            </a:fld>
            <a:endParaRPr lang="en-US"/>
          </a:p>
        </p:txBody>
      </p:sp>
      <p:pic>
        <p:nvPicPr>
          <p:cNvPr id="9" name="Picture 8">
            <a:extLst>
              <a:ext uri="{FF2B5EF4-FFF2-40B4-BE49-F238E27FC236}">
                <a16:creationId xmlns:a16="http://schemas.microsoft.com/office/drawing/2014/main" id="{E8C15CA9-F6BA-465B-8605-EBC313A9004B}"/>
              </a:ext>
            </a:extLst>
          </p:cNvPr>
          <p:cNvPicPr>
            <a:picLocks noChangeAspect="1"/>
          </p:cNvPicPr>
          <p:nvPr/>
        </p:nvPicPr>
        <p:blipFill>
          <a:blip r:embed="rId2"/>
          <a:stretch>
            <a:fillRect/>
          </a:stretch>
        </p:blipFill>
        <p:spPr>
          <a:xfrm>
            <a:off x="38129" y="1012965"/>
            <a:ext cx="948820" cy="615530"/>
          </a:xfrm>
          <a:prstGeom prst="rect">
            <a:avLst/>
          </a:prstGeom>
        </p:spPr>
      </p:pic>
      <p:sp>
        <p:nvSpPr>
          <p:cNvPr id="10" name="Title">
            <a:extLst>
              <a:ext uri="{FF2B5EF4-FFF2-40B4-BE49-F238E27FC236}">
                <a16:creationId xmlns:a16="http://schemas.microsoft.com/office/drawing/2014/main" id="{4D012745-9009-4B20-AA2E-C101092349EB}"/>
              </a:ext>
            </a:extLst>
          </p:cNvPr>
          <p:cNvSpPr txBox="1">
            <a:spLocks/>
          </p:cNvSpPr>
          <p:nvPr/>
        </p:nvSpPr>
        <p:spPr bwMode="blackWhite">
          <a:xfrm>
            <a:off x="826988" y="1102316"/>
            <a:ext cx="7195493" cy="387798"/>
          </a:xfrm>
          <a:prstGeom prst="rect">
            <a:avLst/>
          </a:prstGeom>
          <a:noFill/>
          <a:ln w="38100" cap="sq">
            <a:noFill/>
            <a:miter lim="800000"/>
          </a:ln>
        </p:spPr>
        <p:txBody>
          <a:bodyPr vert="horz" wrap="square" lIns="0" tIns="0" rIns="0" bIns="0" rtlCol="0" anchor="t" anchorCtr="0">
            <a:spAutoFit/>
          </a:bodyPr>
          <a:lstStyle>
            <a:lvl1pPr algn="l" defTabSz="914400" rtl="0" eaLnBrk="1" latinLnBrk="0" hangingPunct="1">
              <a:lnSpc>
                <a:spcPct val="90000"/>
              </a:lnSpc>
              <a:spcBef>
                <a:spcPct val="0"/>
              </a:spcBef>
              <a:buNone/>
              <a:defRPr sz="3600" b="1" i="1" kern="1200" cap="none" spc="0" baseline="0">
                <a:solidFill>
                  <a:schemeClr val="tx2"/>
                </a:solidFill>
                <a:latin typeface="Acumin Pro ExtraCondensed" panose="020B0508020202020204" pitchFamily="34" charset="77"/>
                <a:ea typeface="+mj-ea"/>
                <a:cs typeface="+mj-cs"/>
              </a:defRPr>
            </a:lvl1pPr>
          </a:lstStyle>
          <a:p>
            <a:r>
              <a:rPr lang="en-US" sz="2800" i="0" dirty="0">
                <a:latin typeface="Acumin Pro ExtraCondensed"/>
              </a:rPr>
              <a:t>Problem Statement</a:t>
            </a:r>
            <a:endParaRPr lang="en-US" sz="2800" i="0" dirty="0"/>
          </a:p>
        </p:txBody>
      </p:sp>
      <p:sp>
        <p:nvSpPr>
          <p:cNvPr id="13" name="Rectangle 12">
            <a:extLst>
              <a:ext uri="{FF2B5EF4-FFF2-40B4-BE49-F238E27FC236}">
                <a16:creationId xmlns:a16="http://schemas.microsoft.com/office/drawing/2014/main" id="{120C1D7A-4558-4DB0-92A0-094CEB93B9CD}"/>
              </a:ext>
            </a:extLst>
          </p:cNvPr>
          <p:cNvSpPr/>
          <p:nvPr/>
        </p:nvSpPr>
        <p:spPr>
          <a:xfrm>
            <a:off x="194143" y="1613225"/>
            <a:ext cx="8746251" cy="833818"/>
          </a:xfrm>
          <a:prstGeom prst="rect">
            <a:avLst/>
          </a:prstGeom>
          <a:solidFill>
            <a:schemeClr val="tx2">
              <a:lumMod val="40000"/>
              <a:lumOff val="6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en-US" sz="1800" cap="none" dirty="0">
                <a:solidFill>
                  <a:schemeClr val="bg1"/>
                </a:solidFill>
                <a:latin typeface="Calibri" panose="020F0502020204030204" pitchFamily="34" charset="0"/>
                <a:cs typeface="Calibri" panose="020F0502020204030204" pitchFamily="34" charset="0"/>
              </a:rPr>
              <a:t>Analysis of customers’ data for "Trips &amp; </a:t>
            </a:r>
            <a:r>
              <a:rPr lang="en-US" sz="1800" cap="none" dirty="0" err="1">
                <a:solidFill>
                  <a:schemeClr val="bg1"/>
                </a:solidFill>
                <a:latin typeface="Calibri" panose="020F0502020204030204" pitchFamily="34" charset="0"/>
                <a:cs typeface="Calibri" panose="020F0502020204030204" pitchFamily="34" charset="0"/>
              </a:rPr>
              <a:t>Travel.Com</a:t>
            </a:r>
            <a:r>
              <a:rPr lang="en-US" sz="1800" cap="none" dirty="0">
                <a:solidFill>
                  <a:schemeClr val="bg1"/>
                </a:solidFill>
                <a:latin typeface="Calibri" panose="020F0502020204030204" pitchFamily="34" charset="0"/>
                <a:cs typeface="Calibri" panose="020F0502020204030204" pitchFamily="34" charset="0"/>
              </a:rPr>
              <a:t>" company to provide consulting on segmentation.</a:t>
            </a:r>
            <a:endParaRPr lang="en-IN" dirty="0">
              <a:solidFill>
                <a:schemeClr val="bg1"/>
              </a:solidFill>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BE276169-9296-420F-AEA7-3DC6E3AF75EF}"/>
              </a:ext>
            </a:extLst>
          </p:cNvPr>
          <p:cNvSpPr/>
          <p:nvPr/>
        </p:nvSpPr>
        <p:spPr>
          <a:xfrm>
            <a:off x="324770" y="3413477"/>
            <a:ext cx="2391926" cy="2308956"/>
          </a:xfrm>
          <a:prstGeom prst="rect">
            <a:avLst/>
          </a:prstGeom>
          <a:solidFill>
            <a:schemeClr val="tx2">
              <a:lumMod val="40000"/>
              <a:lumOff val="6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285750" lvl="0" indent="-285750" algn="l" defTabSz="800100">
              <a:lnSpc>
                <a:spcPct val="90000"/>
              </a:lnSpc>
              <a:spcBef>
                <a:spcPct val="0"/>
              </a:spcBef>
              <a:spcAft>
                <a:spcPct val="35000"/>
              </a:spcAft>
              <a:buFont typeface="Arial" panose="020B0604020202020204" pitchFamily="34" charset="0"/>
              <a:buChar char="•"/>
            </a:pPr>
            <a:r>
              <a:rPr lang="en-US" sz="1600" kern="1200" dirty="0">
                <a:solidFill>
                  <a:schemeClr val="bg1"/>
                </a:solidFill>
                <a:latin typeface="Calibri" panose="020F0502020204030204" pitchFamily="34" charset="0"/>
                <a:cs typeface="Calibri" panose="020F0502020204030204" pitchFamily="34" charset="0"/>
              </a:rPr>
              <a:t>Factors that influence purchase decisions</a:t>
            </a:r>
          </a:p>
          <a:p>
            <a:pPr marL="285750" indent="-285750">
              <a:buFont typeface="Arial" panose="020B0604020202020204" pitchFamily="34" charset="0"/>
              <a:buChar char="•"/>
            </a:pPr>
            <a:r>
              <a:rPr lang="en-US" sz="1600" kern="1200" dirty="0">
                <a:solidFill>
                  <a:schemeClr val="bg1"/>
                </a:solidFill>
                <a:latin typeface="Calibri" panose="020F0502020204030204" pitchFamily="34" charset="0"/>
                <a:cs typeface="Calibri" panose="020F0502020204030204" pitchFamily="34" charset="0"/>
              </a:rPr>
              <a:t>Build a sophisticated shiny application to glean effective data insights</a:t>
            </a:r>
            <a:endParaRPr lang="en-IN" sz="1600" dirty="0">
              <a:solidFill>
                <a:schemeClr val="bg1"/>
              </a:solidFill>
              <a:latin typeface="Calibri" panose="020F0502020204030204" pitchFamily="34" charset="0"/>
              <a:cs typeface="Calibri" panose="020F0502020204030204" pitchFamily="34" charset="0"/>
            </a:endParaRPr>
          </a:p>
        </p:txBody>
      </p:sp>
      <p:sp>
        <p:nvSpPr>
          <p:cNvPr id="15" name="Arrow: Right 14">
            <a:extLst>
              <a:ext uri="{FF2B5EF4-FFF2-40B4-BE49-F238E27FC236}">
                <a16:creationId xmlns:a16="http://schemas.microsoft.com/office/drawing/2014/main" id="{C48D9634-A4EF-4089-8EF5-FD9BA7A17B44}"/>
              </a:ext>
            </a:extLst>
          </p:cNvPr>
          <p:cNvSpPr/>
          <p:nvPr/>
        </p:nvSpPr>
        <p:spPr>
          <a:xfrm>
            <a:off x="324769" y="2732817"/>
            <a:ext cx="2391927" cy="603461"/>
          </a:xfrm>
          <a:prstGeom prst="rightArrow">
            <a:avLst>
              <a:gd name="adj1" fmla="val 100000"/>
              <a:gd name="adj2" fmla="val 0"/>
            </a:avLst>
          </a:prstGeom>
          <a:solidFill>
            <a:schemeClr val="accent1"/>
          </a:solidFill>
          <a:ln>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OBJECTIVE</a:t>
            </a:r>
            <a:endParaRPr lang="en-IN" sz="2800" dirty="0"/>
          </a:p>
        </p:txBody>
      </p:sp>
      <p:sp>
        <p:nvSpPr>
          <p:cNvPr id="16" name="Equals 15">
            <a:extLst>
              <a:ext uri="{FF2B5EF4-FFF2-40B4-BE49-F238E27FC236}">
                <a16:creationId xmlns:a16="http://schemas.microsoft.com/office/drawing/2014/main" id="{D332F8EC-CBF1-4743-9020-A8ADBD82BE7C}"/>
              </a:ext>
            </a:extLst>
          </p:cNvPr>
          <p:cNvSpPr/>
          <p:nvPr/>
        </p:nvSpPr>
        <p:spPr>
          <a:xfrm>
            <a:off x="2730470" y="4240286"/>
            <a:ext cx="631371" cy="687490"/>
          </a:xfrm>
          <a:prstGeom prst="mathEqual">
            <a:avLst/>
          </a:prstGeom>
          <a:solidFill>
            <a:schemeClr val="accent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solidFill>
                <a:schemeClr val="tx1"/>
              </a:solidFill>
            </a:endParaRPr>
          </a:p>
        </p:txBody>
      </p:sp>
      <p:sp>
        <p:nvSpPr>
          <p:cNvPr id="17" name="Arrow: Right 16">
            <a:extLst>
              <a:ext uri="{FF2B5EF4-FFF2-40B4-BE49-F238E27FC236}">
                <a16:creationId xmlns:a16="http://schemas.microsoft.com/office/drawing/2014/main" id="{24881C5E-4C70-462D-B9F8-536A36FA03D2}"/>
              </a:ext>
            </a:extLst>
          </p:cNvPr>
          <p:cNvSpPr/>
          <p:nvPr/>
        </p:nvSpPr>
        <p:spPr>
          <a:xfrm>
            <a:off x="3361842" y="2732816"/>
            <a:ext cx="2401390" cy="603461"/>
          </a:xfrm>
          <a:prstGeom prst="rightArrow">
            <a:avLst>
              <a:gd name="adj1" fmla="val 100000"/>
              <a:gd name="adj2" fmla="val 0"/>
            </a:avLst>
          </a:prstGeom>
          <a:solidFill>
            <a:schemeClr val="accent1"/>
          </a:solidFill>
          <a:ln>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DATASET</a:t>
            </a:r>
            <a:endParaRPr lang="en-IN" sz="2800" dirty="0"/>
          </a:p>
        </p:txBody>
      </p:sp>
      <p:sp>
        <p:nvSpPr>
          <p:cNvPr id="20" name="Rectangle 19">
            <a:extLst>
              <a:ext uri="{FF2B5EF4-FFF2-40B4-BE49-F238E27FC236}">
                <a16:creationId xmlns:a16="http://schemas.microsoft.com/office/drawing/2014/main" id="{55EDAC6C-501E-4E67-A7EF-9C9FF93831FD}"/>
              </a:ext>
            </a:extLst>
          </p:cNvPr>
          <p:cNvSpPr/>
          <p:nvPr/>
        </p:nvSpPr>
        <p:spPr>
          <a:xfrm>
            <a:off x="3371304" y="3436432"/>
            <a:ext cx="2391927" cy="2286001"/>
          </a:xfrm>
          <a:prstGeom prst="rect">
            <a:avLst/>
          </a:prstGeom>
          <a:solidFill>
            <a:schemeClr val="tx2">
              <a:lumMod val="40000"/>
              <a:lumOff val="6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285750" lvl="0" indent="-285750" algn="l" defTabSz="800100">
              <a:lnSpc>
                <a:spcPct val="90000"/>
              </a:lnSpc>
              <a:spcBef>
                <a:spcPct val="0"/>
              </a:spcBef>
              <a:spcAft>
                <a:spcPct val="35000"/>
              </a:spcAft>
              <a:buFont typeface="Arial" panose="020B0604020202020204" pitchFamily="34" charset="0"/>
              <a:buChar char="•"/>
            </a:pPr>
            <a:r>
              <a:rPr lang="en-US" sz="1600" kern="1200" dirty="0">
                <a:solidFill>
                  <a:schemeClr val="bg1"/>
                </a:solidFill>
                <a:latin typeface="Calibri" panose="020F0502020204030204" pitchFamily="34" charset="0"/>
                <a:cs typeface="Calibri" panose="020F0502020204030204" pitchFamily="34" charset="0"/>
              </a:rPr>
              <a:t>It consists of </a:t>
            </a:r>
            <a:r>
              <a:rPr lang="en-US" sz="1600" b="1" kern="1200" dirty="0">
                <a:solidFill>
                  <a:schemeClr val="bg1"/>
                </a:solidFill>
                <a:latin typeface="Calibri" panose="020F0502020204030204" pitchFamily="34" charset="0"/>
                <a:cs typeface="Calibri" panose="020F0502020204030204" pitchFamily="34" charset="0"/>
              </a:rPr>
              <a:t>4888</a:t>
            </a:r>
            <a:r>
              <a:rPr lang="en-US" sz="1600" kern="1200" dirty="0">
                <a:solidFill>
                  <a:schemeClr val="bg1"/>
                </a:solidFill>
                <a:latin typeface="Calibri" panose="020F0502020204030204" pitchFamily="34" charset="0"/>
                <a:cs typeface="Calibri" panose="020F0502020204030204" pitchFamily="34" charset="0"/>
              </a:rPr>
              <a:t> records and provides customer information</a:t>
            </a:r>
          </a:p>
        </p:txBody>
      </p:sp>
      <p:sp>
        <p:nvSpPr>
          <p:cNvPr id="22" name="Arrow: Right 21">
            <a:extLst>
              <a:ext uri="{FF2B5EF4-FFF2-40B4-BE49-F238E27FC236}">
                <a16:creationId xmlns:a16="http://schemas.microsoft.com/office/drawing/2014/main" id="{AAB29764-269D-4CD0-962A-10D5C6C247D0}"/>
              </a:ext>
            </a:extLst>
          </p:cNvPr>
          <p:cNvSpPr/>
          <p:nvPr/>
        </p:nvSpPr>
        <p:spPr>
          <a:xfrm>
            <a:off x="6407851" y="2732816"/>
            <a:ext cx="2401390" cy="603461"/>
          </a:xfrm>
          <a:prstGeom prst="rightArrow">
            <a:avLst>
              <a:gd name="adj1" fmla="val 100000"/>
              <a:gd name="adj2" fmla="val 0"/>
            </a:avLst>
          </a:prstGeom>
          <a:solidFill>
            <a:schemeClr val="accent1"/>
          </a:solidFill>
          <a:ln>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APPROACH</a:t>
            </a:r>
            <a:endParaRPr lang="en-IN" sz="2800" dirty="0"/>
          </a:p>
        </p:txBody>
      </p:sp>
      <p:sp>
        <p:nvSpPr>
          <p:cNvPr id="23" name="Rectangle 22">
            <a:extLst>
              <a:ext uri="{FF2B5EF4-FFF2-40B4-BE49-F238E27FC236}">
                <a16:creationId xmlns:a16="http://schemas.microsoft.com/office/drawing/2014/main" id="{27416F7F-9A63-45C3-97BC-D8668BD97092}"/>
              </a:ext>
            </a:extLst>
          </p:cNvPr>
          <p:cNvSpPr/>
          <p:nvPr/>
        </p:nvSpPr>
        <p:spPr>
          <a:xfrm>
            <a:off x="6410778" y="3459388"/>
            <a:ext cx="2391927" cy="2263045"/>
          </a:xfrm>
          <a:prstGeom prst="rect">
            <a:avLst/>
          </a:prstGeom>
          <a:solidFill>
            <a:schemeClr val="tx2">
              <a:lumMod val="40000"/>
              <a:lumOff val="6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285750" lvl="0" indent="-285750" algn="l" defTabSz="800100">
              <a:lnSpc>
                <a:spcPct val="90000"/>
              </a:lnSpc>
              <a:spcBef>
                <a:spcPct val="0"/>
              </a:spcBef>
              <a:spcAft>
                <a:spcPct val="35000"/>
              </a:spcAft>
              <a:buFont typeface="Arial" panose="020B0604020202020204" pitchFamily="34" charset="0"/>
              <a:buChar char="•"/>
            </a:pPr>
            <a:r>
              <a:rPr lang="en-US" sz="1600" kern="1200" dirty="0">
                <a:solidFill>
                  <a:schemeClr val="bg1"/>
                </a:solidFill>
                <a:latin typeface="Calibri" panose="020F0502020204030204" pitchFamily="34" charset="0"/>
                <a:cs typeface="Calibri" panose="020F0502020204030204" pitchFamily="34" charset="0"/>
              </a:rPr>
              <a:t>Conduct descriptive analysis of the customer data and the variation in the variables based on the tourism package segments</a:t>
            </a:r>
          </a:p>
        </p:txBody>
      </p:sp>
      <p:sp>
        <p:nvSpPr>
          <p:cNvPr id="24" name="Plus Sign 23">
            <a:extLst>
              <a:ext uri="{FF2B5EF4-FFF2-40B4-BE49-F238E27FC236}">
                <a16:creationId xmlns:a16="http://schemas.microsoft.com/office/drawing/2014/main" id="{E0239626-6BE8-49BC-91FA-E03F6C3E92A4}"/>
              </a:ext>
            </a:extLst>
          </p:cNvPr>
          <p:cNvSpPr/>
          <p:nvPr/>
        </p:nvSpPr>
        <p:spPr>
          <a:xfrm>
            <a:off x="5763231" y="4287494"/>
            <a:ext cx="566059" cy="603461"/>
          </a:xfrm>
          <a:prstGeom prst="mathPlus">
            <a:avLst/>
          </a:prstGeom>
          <a:solidFill>
            <a:schemeClr val="accent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09807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91EDB4FE-91AC-5845-B48B-6CF3B8E1C495}"/>
              </a:ext>
            </a:extLst>
          </p:cNvPr>
          <p:cNvSpPr>
            <a:spLocks noGrp="1"/>
          </p:cNvSpPr>
          <p:nvPr>
            <p:ph type="ctrTitle"/>
          </p:nvPr>
        </p:nvSpPr>
        <p:spPr>
          <a:xfrm>
            <a:off x="433213" y="294311"/>
            <a:ext cx="7195493" cy="443198"/>
          </a:xfrm>
        </p:spPr>
        <p:txBody>
          <a:bodyPr/>
          <a:lstStyle/>
          <a:p>
            <a:r>
              <a:rPr lang="en-US" sz="3200" dirty="0">
                <a:latin typeface="Acumin Pro ExtraCondensed"/>
              </a:rPr>
              <a:t>Business Questions</a:t>
            </a:r>
            <a:endParaRPr lang="en-US" sz="3200" dirty="0"/>
          </a:p>
        </p:txBody>
      </p:sp>
      <p:sp>
        <p:nvSpPr>
          <p:cNvPr id="5" name="Date">
            <a:extLst>
              <a:ext uri="{FF2B5EF4-FFF2-40B4-BE49-F238E27FC236}">
                <a16:creationId xmlns:a16="http://schemas.microsoft.com/office/drawing/2014/main" id="{7FEEB1B5-922E-6B41-9256-301776A52CE2}"/>
              </a:ext>
            </a:extLst>
          </p:cNvPr>
          <p:cNvSpPr>
            <a:spLocks noGrp="1"/>
          </p:cNvSpPr>
          <p:nvPr>
            <p:ph type="dt" sz="half" idx="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0C8DACD-4E35-4E4C-AC75-C3DE50F04E7E}" type="datetime1">
              <a:rPr kumimoji="0" lang="en-US" sz="1000" b="0" i="0" u="none" strike="noStrike" kern="1200" cap="none" spc="0" normalizeH="0" baseline="0" noProof="0" smtClean="0">
                <a:ln>
                  <a:noFill/>
                </a:ln>
                <a:solidFill>
                  <a:srgbClr val="000000">
                    <a:alpha val="70000"/>
                  </a:srgbClr>
                </a:solidFill>
                <a:effectLst/>
                <a:uLnTx/>
                <a:uFillTx/>
                <a:latin typeface="Acumin Pro" panose="020B0504020202020204" pitchFamily="34" charset="77"/>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12/17/2021</a:t>
            </a:fld>
            <a:endParaRPr kumimoji="0" lang="en-US" sz="1000" b="0" i="0" u="none" strike="noStrike" kern="1200" cap="none" spc="0" normalizeH="0" baseline="0" noProof="0">
              <a:ln>
                <a:noFill/>
              </a:ln>
              <a:solidFill>
                <a:srgbClr val="000000">
                  <a:alpha val="70000"/>
                </a:srgbClr>
              </a:solidFill>
              <a:effectLst/>
              <a:uLnTx/>
              <a:uFillTx/>
              <a:latin typeface="Acumin Pro" panose="020B0504020202020204" pitchFamily="34" charset="77"/>
              <a:ea typeface="+mn-ea"/>
              <a:cs typeface="+mn-cs"/>
            </a:endParaRPr>
          </a:p>
        </p:txBody>
      </p:sp>
      <p:sp>
        <p:nvSpPr>
          <p:cNvPr id="6" name="Slide Number">
            <a:extLst>
              <a:ext uri="{FF2B5EF4-FFF2-40B4-BE49-F238E27FC236}">
                <a16:creationId xmlns:a16="http://schemas.microsoft.com/office/drawing/2014/main" id="{8AD25A61-95C4-5F44-8726-98D65EC40F9E}"/>
              </a:ext>
            </a:extLst>
          </p:cNvPr>
          <p:cNvSpPr>
            <a:spLocks noGrp="1"/>
          </p:cNvSpPr>
          <p:nvPr>
            <p:ph type="sldNum" sz="quarter" idx="4"/>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8A7A6979-0714-4377-B894-6BE4C2D6E202}" type="slidenum">
              <a:rPr kumimoji="0" lang="en-US" sz="1000" b="1" i="0" u="none" strike="noStrike" kern="1200" cap="none" spc="0" normalizeH="0" baseline="0" noProof="0" smtClean="0">
                <a:ln>
                  <a:noFill/>
                </a:ln>
                <a:solidFill>
                  <a:srgbClr val="000000"/>
                </a:solidFill>
                <a:effectLst/>
                <a:uLnTx/>
                <a:uFillTx/>
                <a:latin typeface="Acumin Pro Semibold" panose="020B0504020202020204" pitchFamily="34" charset="77"/>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5</a:t>
            </a:fld>
            <a:endParaRPr kumimoji="0" lang="en-US" sz="1000" b="1" i="0" u="none" strike="noStrike" kern="1200" cap="none" spc="0" normalizeH="0" baseline="0" noProof="0">
              <a:ln>
                <a:noFill/>
              </a:ln>
              <a:solidFill>
                <a:srgbClr val="000000"/>
              </a:solidFill>
              <a:effectLst/>
              <a:uLnTx/>
              <a:uFillTx/>
              <a:latin typeface="Acumin Pro Semibold" panose="020B0504020202020204" pitchFamily="34" charset="77"/>
              <a:ea typeface="+mn-ea"/>
              <a:cs typeface="+mn-cs"/>
            </a:endParaRPr>
          </a:p>
        </p:txBody>
      </p:sp>
      <p:sp>
        <p:nvSpPr>
          <p:cNvPr id="20" name="Rectangle 19">
            <a:extLst>
              <a:ext uri="{FF2B5EF4-FFF2-40B4-BE49-F238E27FC236}">
                <a16:creationId xmlns:a16="http://schemas.microsoft.com/office/drawing/2014/main" id="{2A2162F9-F060-43F0-B7C5-89FB56F132F8}"/>
              </a:ext>
            </a:extLst>
          </p:cNvPr>
          <p:cNvSpPr/>
          <p:nvPr/>
        </p:nvSpPr>
        <p:spPr>
          <a:xfrm>
            <a:off x="2445158" y="1049548"/>
            <a:ext cx="6394936" cy="4241443"/>
          </a:xfrm>
          <a:prstGeom prst="rect">
            <a:avLst/>
          </a:prstGeom>
          <a:solidFill>
            <a:schemeClr val="tx2">
              <a:lumMod val="40000"/>
              <a:lumOff val="6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defTabSz="685800"/>
            <a:r>
              <a:rPr lang="en-US" b="1" dirty="0">
                <a:solidFill>
                  <a:schemeClr val="accent1"/>
                </a:solidFill>
                <a:latin typeface="Franklin Gothic Book" panose="020B0502020104020203"/>
              </a:rPr>
              <a:t>BUSINESS QUESTIONS:</a:t>
            </a:r>
            <a:endParaRPr lang="en-US" sz="1800" b="1" dirty="0">
              <a:solidFill>
                <a:schemeClr val="accent1"/>
              </a:solidFill>
              <a:latin typeface="Franklin Gothic Book" panose="020B0502020104020203"/>
            </a:endParaRPr>
          </a:p>
          <a:p>
            <a:pPr marL="257175" indent="-257175" defTabSz="685800">
              <a:spcBef>
                <a:spcPts val="900"/>
              </a:spcBef>
              <a:spcAft>
                <a:spcPts val="900"/>
              </a:spcAft>
              <a:buFont typeface="+mj-lt"/>
              <a:buAutoNum type="arabicPeriod"/>
            </a:pPr>
            <a:r>
              <a:rPr lang="en-US" sz="1800" b="1" dirty="0">
                <a:solidFill>
                  <a:prstClr val="black"/>
                </a:solidFill>
                <a:latin typeface="Franklin Gothic Book" panose="020B0502020104020203"/>
              </a:rPr>
              <a:t>How does the overall trend of customer segmentation look like?</a:t>
            </a:r>
          </a:p>
          <a:p>
            <a:pPr marL="257175" indent="-257175" defTabSz="685800">
              <a:spcBef>
                <a:spcPts val="900"/>
              </a:spcBef>
              <a:spcAft>
                <a:spcPts val="900"/>
              </a:spcAft>
              <a:buFont typeface="+mj-lt"/>
              <a:buAutoNum type="arabicPeriod"/>
            </a:pPr>
            <a:r>
              <a:rPr lang="en-US" sz="1800" b="1" dirty="0">
                <a:solidFill>
                  <a:prstClr val="black"/>
                </a:solidFill>
                <a:latin typeface="Franklin Gothic Book" panose="020B0502020104020203"/>
              </a:rPr>
              <a:t>What are the trends observed in product preference and demographics within the 5-user segments?</a:t>
            </a:r>
          </a:p>
          <a:p>
            <a:pPr marL="257175" indent="-257175" defTabSz="685800">
              <a:spcBef>
                <a:spcPts val="900"/>
              </a:spcBef>
              <a:spcAft>
                <a:spcPts val="900"/>
              </a:spcAft>
              <a:buFont typeface="+mj-lt"/>
              <a:buAutoNum type="arabicPeriod"/>
            </a:pPr>
            <a:r>
              <a:rPr lang="en-US" sz="1800" b="1" dirty="0">
                <a:solidFill>
                  <a:prstClr val="black"/>
                </a:solidFill>
                <a:latin typeface="Franklin Gothic Book" panose="020B0502020104020203"/>
              </a:rPr>
              <a:t>What is the story of the users a.k.a. product buyers who are willing to take a product based on product pitched?</a:t>
            </a:r>
          </a:p>
          <a:p>
            <a:pPr marL="257175" indent="-257175" defTabSz="685800">
              <a:spcBef>
                <a:spcPts val="900"/>
              </a:spcBef>
              <a:spcAft>
                <a:spcPts val="900"/>
              </a:spcAft>
              <a:buFont typeface="+mj-lt"/>
              <a:buAutoNum type="arabicPeriod"/>
            </a:pPr>
            <a:r>
              <a:rPr lang="en-US" sz="1800" b="1" dirty="0">
                <a:solidFill>
                  <a:prstClr val="black"/>
                </a:solidFill>
                <a:latin typeface="Franklin Gothic Book" panose="020B0502020104020203"/>
              </a:rPr>
              <a:t>What kind of clustering models can we create based on the most important parameters? What are their </a:t>
            </a:r>
            <a:r>
              <a:rPr lang="en-US" b="1" dirty="0">
                <a:solidFill>
                  <a:prstClr val="black"/>
                </a:solidFill>
                <a:latin typeface="Franklin Gothic Book" panose="020B0502020104020203"/>
              </a:rPr>
              <a:t>o</a:t>
            </a:r>
            <a:r>
              <a:rPr lang="en-US" sz="1800" b="1" dirty="0">
                <a:solidFill>
                  <a:prstClr val="black"/>
                </a:solidFill>
                <a:latin typeface="Franklin Gothic Book" panose="020B0502020104020203"/>
              </a:rPr>
              <a:t>ptimized parameter values based on linear programming?</a:t>
            </a:r>
          </a:p>
        </p:txBody>
      </p:sp>
      <p:pic>
        <p:nvPicPr>
          <p:cNvPr id="11" name="Picture 2" descr="Data Icon 2676856">
            <a:extLst>
              <a:ext uri="{FF2B5EF4-FFF2-40B4-BE49-F238E27FC236}">
                <a16:creationId xmlns:a16="http://schemas.microsoft.com/office/drawing/2014/main" id="{9BF3F5E2-A266-4899-A68C-F98E2E379E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84937" y="1209996"/>
            <a:ext cx="543254" cy="54325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Icon&#10;&#10;Description automatically generated">
            <a:extLst>
              <a:ext uri="{FF2B5EF4-FFF2-40B4-BE49-F238E27FC236}">
                <a16:creationId xmlns:a16="http://schemas.microsoft.com/office/drawing/2014/main" id="{1AB6BD9F-CF16-4422-9767-C390697EE36F}"/>
              </a:ext>
            </a:extLst>
          </p:cNvPr>
          <p:cNvPicPr>
            <a:picLocks noChangeAspect="1"/>
          </p:cNvPicPr>
          <p:nvPr/>
        </p:nvPicPr>
        <p:blipFill>
          <a:blip r:embed="rId3"/>
          <a:stretch>
            <a:fillRect/>
          </a:stretch>
        </p:blipFill>
        <p:spPr>
          <a:xfrm>
            <a:off x="149634" y="2357437"/>
            <a:ext cx="2143125" cy="2143125"/>
          </a:xfrm>
          <a:prstGeom prst="rect">
            <a:avLst/>
          </a:prstGeom>
        </p:spPr>
      </p:pic>
      <p:sp>
        <p:nvSpPr>
          <p:cNvPr id="16" name="Rectangle 15">
            <a:extLst>
              <a:ext uri="{FF2B5EF4-FFF2-40B4-BE49-F238E27FC236}">
                <a16:creationId xmlns:a16="http://schemas.microsoft.com/office/drawing/2014/main" id="{72EC5C39-427B-4488-A07F-89B199A75561}"/>
              </a:ext>
            </a:extLst>
          </p:cNvPr>
          <p:cNvSpPr/>
          <p:nvPr/>
        </p:nvSpPr>
        <p:spPr>
          <a:xfrm>
            <a:off x="0" y="5434207"/>
            <a:ext cx="9144000" cy="546854"/>
          </a:xfrm>
          <a:prstGeom prst="rect">
            <a:avLst/>
          </a:prstGeom>
          <a:solidFill>
            <a:schemeClr val="accent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defTabSz="685800"/>
            <a:r>
              <a:rPr lang="en-US" sz="1350" b="1" dirty="0">
                <a:solidFill>
                  <a:prstClr val="white"/>
                </a:solidFill>
                <a:latin typeface="Franklin Gothic Book" panose="020B0502020104020203"/>
              </a:rPr>
              <a:t>As business consultants, the aim of our study is to understand detailed insights of these business questions and </a:t>
            </a:r>
          </a:p>
          <a:p>
            <a:pPr algn="ctr" defTabSz="685800"/>
            <a:r>
              <a:rPr lang="en-US" sz="1350" b="1" dirty="0">
                <a:solidFill>
                  <a:prstClr val="white"/>
                </a:solidFill>
                <a:latin typeface="Franklin Gothic Book" panose="020B0502020104020203"/>
              </a:rPr>
              <a:t>present the solution to the client “Trips and Travels .com”</a:t>
            </a:r>
            <a:endParaRPr lang="en-IN" sz="1350" b="1" dirty="0">
              <a:solidFill>
                <a:prstClr val="white"/>
              </a:solidFill>
              <a:latin typeface="Franklin Gothic Book" panose="020B0502020104020203"/>
            </a:endParaRPr>
          </a:p>
        </p:txBody>
      </p:sp>
    </p:spTree>
    <p:extLst>
      <p:ext uri="{BB962C8B-B14F-4D97-AF65-F5344CB8AC3E}">
        <p14:creationId xmlns:p14="http://schemas.microsoft.com/office/powerpoint/2010/main" val="19534275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A7739E45-B5ED-4020-BCD3-D2595BE2A52E}"/>
              </a:ext>
            </a:extLst>
          </p:cNvPr>
          <p:cNvSpPr>
            <a:spLocks noGrp="1"/>
          </p:cNvSpPr>
          <p:nvPr>
            <p:ph type="dt" sz="half" idx="2"/>
          </p:nvPr>
        </p:nvSpPr>
        <p:spPr/>
        <p:txBody>
          <a:bodyPr/>
          <a:lstStyle/>
          <a:p>
            <a:fld id="{E0C8DACD-4E35-4E4C-AC75-C3DE50F04E7E}" type="datetime1">
              <a:rPr lang="en-US" smtClean="0"/>
              <a:pPr/>
              <a:t>12/17/2021</a:t>
            </a:fld>
            <a:endParaRPr lang="en-US" dirty="0"/>
          </a:p>
        </p:txBody>
      </p:sp>
      <p:sp>
        <p:nvSpPr>
          <p:cNvPr id="6" name="Slide Number Placeholder 5">
            <a:extLst>
              <a:ext uri="{FF2B5EF4-FFF2-40B4-BE49-F238E27FC236}">
                <a16:creationId xmlns:a16="http://schemas.microsoft.com/office/drawing/2014/main" id="{40085F76-4163-4CCC-9789-9709B6F8BAB3}"/>
              </a:ext>
            </a:extLst>
          </p:cNvPr>
          <p:cNvSpPr>
            <a:spLocks noGrp="1"/>
          </p:cNvSpPr>
          <p:nvPr>
            <p:ph type="sldNum" sz="quarter" idx="4"/>
          </p:nvPr>
        </p:nvSpPr>
        <p:spPr/>
        <p:txBody>
          <a:bodyPr/>
          <a:lstStyle/>
          <a:p>
            <a:fld id="{8A7A6979-0714-4377-B894-6BE4C2D6E202}" type="slidenum">
              <a:rPr lang="en-US" smtClean="0"/>
              <a:pPr/>
              <a:t>6</a:t>
            </a:fld>
            <a:endParaRPr lang="en-US"/>
          </a:p>
        </p:txBody>
      </p:sp>
      <p:sp>
        <p:nvSpPr>
          <p:cNvPr id="15" name="Title">
            <a:extLst>
              <a:ext uri="{FF2B5EF4-FFF2-40B4-BE49-F238E27FC236}">
                <a16:creationId xmlns:a16="http://schemas.microsoft.com/office/drawing/2014/main" id="{2CD4FCEA-AED9-0349-A272-3C0661CC0ED3}"/>
              </a:ext>
            </a:extLst>
          </p:cNvPr>
          <p:cNvSpPr>
            <a:spLocks noGrp="1"/>
          </p:cNvSpPr>
          <p:nvPr>
            <p:ph type="ctrTitle"/>
          </p:nvPr>
        </p:nvSpPr>
        <p:spPr>
          <a:xfrm>
            <a:off x="433213" y="294311"/>
            <a:ext cx="7758680" cy="498598"/>
          </a:xfrm>
        </p:spPr>
        <p:txBody>
          <a:bodyPr/>
          <a:lstStyle/>
          <a:p>
            <a:r>
              <a:rPr lang="en-US" dirty="0">
                <a:latin typeface="Acumin Pro ExtraCondensed"/>
              </a:rPr>
              <a:t>TAKEAWAYS</a:t>
            </a:r>
            <a:endParaRPr lang="en-US" dirty="0"/>
          </a:p>
        </p:txBody>
      </p:sp>
      <p:sp>
        <p:nvSpPr>
          <p:cNvPr id="13" name="Title 1">
            <a:extLst>
              <a:ext uri="{FF2B5EF4-FFF2-40B4-BE49-F238E27FC236}">
                <a16:creationId xmlns:a16="http://schemas.microsoft.com/office/drawing/2014/main" id="{BDB115A1-D0E0-4CC6-82FD-997554228790}"/>
              </a:ext>
            </a:extLst>
          </p:cNvPr>
          <p:cNvSpPr txBox="1">
            <a:spLocks/>
          </p:cNvSpPr>
          <p:nvPr/>
        </p:nvSpPr>
        <p:spPr bwMode="blackWhite">
          <a:xfrm>
            <a:off x="662190" y="1220091"/>
            <a:ext cx="7927930" cy="371596"/>
          </a:xfrm>
          <a:prstGeom prst="rect">
            <a:avLst/>
          </a:prstGeom>
          <a:noFill/>
          <a:ln w="38100" cap="sq">
            <a:noFill/>
            <a:miter lim="800000"/>
          </a:ln>
        </p:spPr>
        <p:txBody>
          <a:bodyPr vert="horz" wrap="square" lIns="0" tIns="0" rIns="0" bIns="0" rtlCol="0" anchor="t" anchorCtr="0">
            <a:noAutofit/>
          </a:bodyPr>
          <a:lstStyle>
            <a:lvl1pPr algn="l" defTabSz="914400" rtl="0" eaLnBrk="1" latinLnBrk="0" hangingPunct="1">
              <a:lnSpc>
                <a:spcPct val="90000"/>
              </a:lnSpc>
              <a:spcBef>
                <a:spcPct val="0"/>
              </a:spcBef>
              <a:buNone/>
              <a:defRPr sz="3600" b="1" i="1" kern="1200" cap="none" spc="0" baseline="0">
                <a:solidFill>
                  <a:schemeClr val="tx2"/>
                </a:solidFill>
                <a:latin typeface="Acumin Pro ExtraCondensed" panose="020B0508020202020204" pitchFamily="34" charset="77"/>
                <a:ea typeface="+mj-ea"/>
                <a:cs typeface="+mj-cs"/>
              </a:defRPr>
            </a:lvl1pPr>
          </a:lstStyle>
          <a:p>
            <a:r>
              <a:rPr lang="en-US" sz="2000" dirty="0">
                <a:solidFill>
                  <a:schemeClr val="accent1"/>
                </a:solidFill>
              </a:rPr>
              <a:t>THERE ARE 3 KEY TAKEAWAYS FROM THIS PROJECT</a:t>
            </a:r>
          </a:p>
        </p:txBody>
      </p:sp>
      <p:pic>
        <p:nvPicPr>
          <p:cNvPr id="14" name="Picture 2" descr="Goals Icon 4147275">
            <a:extLst>
              <a:ext uri="{FF2B5EF4-FFF2-40B4-BE49-F238E27FC236}">
                <a16:creationId xmlns:a16="http://schemas.microsoft.com/office/drawing/2014/main" id="{1B6DC6CE-F254-4B36-B174-2FC07DB12D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408" y="1069836"/>
            <a:ext cx="561802" cy="561802"/>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a:extLst>
              <a:ext uri="{FF2B5EF4-FFF2-40B4-BE49-F238E27FC236}">
                <a16:creationId xmlns:a16="http://schemas.microsoft.com/office/drawing/2014/main" id="{EDCC49F6-D470-4116-A821-93BBF6D6F8EF}"/>
              </a:ext>
            </a:extLst>
          </p:cNvPr>
          <p:cNvSpPr/>
          <p:nvPr/>
        </p:nvSpPr>
        <p:spPr>
          <a:xfrm>
            <a:off x="433213" y="3356325"/>
            <a:ext cx="2614880" cy="2565504"/>
          </a:xfrm>
          <a:prstGeom prst="rect">
            <a:avLst/>
          </a:prstGeom>
          <a:solidFill>
            <a:schemeClr val="tx2">
              <a:lumMod val="40000"/>
              <a:lumOff val="60000"/>
            </a:schemeClr>
          </a:solidFill>
          <a:ln w="19050">
            <a:solidFill>
              <a:srgbClr val="1342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07000"/>
              </a:lnSpc>
              <a:spcBef>
                <a:spcPts val="450"/>
              </a:spcBef>
              <a:spcAft>
                <a:spcPts val="600"/>
              </a:spcAft>
            </a:pPr>
            <a:r>
              <a:rPr lang="en-US" sz="1400" dirty="0">
                <a:solidFill>
                  <a:srgbClr val="134263"/>
                </a:solidFill>
                <a:latin typeface="Franklin Gothic Book (Body)"/>
                <a:ea typeface="Calibri" panose="020F0502020204030204" pitchFamily="34" charset="0"/>
                <a:cs typeface="Times New Roman" panose="02020603050405020304" pitchFamily="18" charset="0"/>
              </a:rPr>
              <a:t>The </a:t>
            </a:r>
            <a:r>
              <a:rPr lang="en-US" sz="1400" b="1" dirty="0">
                <a:solidFill>
                  <a:srgbClr val="134263"/>
                </a:solidFill>
                <a:latin typeface="Franklin Gothic Book (Body)"/>
                <a:ea typeface="Calibri" panose="020F0502020204030204" pitchFamily="34" charset="0"/>
                <a:cs typeface="Times New Roman" panose="02020603050405020304" pitchFamily="18" charset="0"/>
              </a:rPr>
              <a:t>5 product packages</a:t>
            </a:r>
            <a:r>
              <a:rPr lang="en-US" sz="1400" dirty="0">
                <a:solidFill>
                  <a:srgbClr val="134263"/>
                </a:solidFill>
                <a:latin typeface="Franklin Gothic Book (Body)"/>
                <a:ea typeface="Calibri" panose="020F0502020204030204" pitchFamily="34" charset="0"/>
                <a:cs typeface="Times New Roman" panose="02020603050405020304" pitchFamily="18" charset="0"/>
              </a:rPr>
              <a:t> – chosen by customer groups who are </a:t>
            </a:r>
            <a:r>
              <a:rPr lang="en-US" sz="1400" b="1" dirty="0">
                <a:solidFill>
                  <a:srgbClr val="134263"/>
                </a:solidFill>
                <a:latin typeface="Franklin Gothic Book (Body)"/>
                <a:ea typeface="Calibri" panose="020F0502020204030204" pitchFamily="34" charset="0"/>
                <a:cs typeface="Times New Roman" panose="02020603050405020304" pitchFamily="18" charset="0"/>
              </a:rPr>
              <a:t>different in their product and pitch preference</a:t>
            </a:r>
            <a:r>
              <a:rPr lang="en-US" sz="1400" dirty="0">
                <a:solidFill>
                  <a:srgbClr val="134263"/>
                </a:solidFill>
                <a:latin typeface="Franklin Gothic Book (Body)"/>
                <a:ea typeface="Calibri" panose="020F0502020204030204" pitchFamily="34" charset="0"/>
                <a:cs typeface="Times New Roman" panose="02020603050405020304" pitchFamily="18" charset="0"/>
              </a:rPr>
              <a:t>, and demographics. Their preference is </a:t>
            </a:r>
            <a:r>
              <a:rPr lang="en-US" sz="1400" b="1" u="sng" dirty="0">
                <a:solidFill>
                  <a:srgbClr val="134263"/>
                </a:solidFill>
                <a:latin typeface="Franklin Gothic Book (Body)"/>
                <a:ea typeface="Calibri" panose="020F0502020204030204" pitchFamily="34" charset="0"/>
                <a:cs typeface="Times New Roman" panose="02020603050405020304" pitchFamily="18" charset="0"/>
              </a:rPr>
              <a:t>driven by their designation and income.</a:t>
            </a:r>
            <a:endParaRPr lang="en-IN" sz="1400" b="1" u="sng" dirty="0">
              <a:solidFill>
                <a:srgbClr val="134263"/>
              </a:solidFill>
              <a:latin typeface="Franklin Gothic Book (Body)"/>
              <a:ea typeface="Calibri" panose="020F0502020204030204" pitchFamily="34" charset="0"/>
              <a:cs typeface="Times New Roman" panose="02020603050405020304" pitchFamily="18" charset="0"/>
            </a:endParaRPr>
          </a:p>
        </p:txBody>
      </p:sp>
      <p:sp>
        <p:nvSpPr>
          <p:cNvPr id="17" name="Rectangle 16">
            <a:extLst>
              <a:ext uri="{FF2B5EF4-FFF2-40B4-BE49-F238E27FC236}">
                <a16:creationId xmlns:a16="http://schemas.microsoft.com/office/drawing/2014/main" id="{8A2D7A3C-6645-498A-A942-63C511E05A20}"/>
              </a:ext>
            </a:extLst>
          </p:cNvPr>
          <p:cNvSpPr/>
          <p:nvPr/>
        </p:nvSpPr>
        <p:spPr>
          <a:xfrm>
            <a:off x="3218514" y="3356325"/>
            <a:ext cx="2616229" cy="2565504"/>
          </a:xfrm>
          <a:prstGeom prst="rect">
            <a:avLst/>
          </a:prstGeom>
          <a:solidFill>
            <a:schemeClr val="tx2">
              <a:lumMod val="40000"/>
              <a:lumOff val="60000"/>
            </a:schemeClr>
          </a:solidFill>
          <a:ln w="19050">
            <a:solidFill>
              <a:srgbClr val="1342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07000"/>
              </a:lnSpc>
              <a:spcBef>
                <a:spcPts val="450"/>
              </a:spcBef>
            </a:pPr>
            <a:r>
              <a:rPr lang="en-US" sz="1400" dirty="0">
                <a:solidFill>
                  <a:srgbClr val="134263"/>
                </a:solidFill>
                <a:latin typeface="Franklin Gothic Book (Body)"/>
                <a:ea typeface="Calibri" panose="020F0502020204030204" pitchFamily="34" charset="0"/>
                <a:cs typeface="Times New Roman" panose="02020603050405020304" pitchFamily="18" charset="0"/>
              </a:rPr>
              <a:t>The current customer segmentation looks like:</a:t>
            </a:r>
          </a:p>
          <a:p>
            <a:pPr marL="214313" indent="-214313" defTabSz="685800">
              <a:buFont typeface="Arial" panose="020B0604020202020204" pitchFamily="34" charset="0"/>
              <a:buChar char="•"/>
            </a:pPr>
            <a:r>
              <a:rPr lang="en-US" sz="1400" b="1" dirty="0">
                <a:solidFill>
                  <a:srgbClr val="134263"/>
                </a:solidFill>
                <a:latin typeface="Franklin Gothic Book (Body)"/>
                <a:ea typeface="Calibri" panose="020F0502020204030204" pitchFamily="34" charset="0"/>
                <a:cs typeface="Times New Roman" panose="02020603050405020304" pitchFamily="18" charset="0"/>
              </a:rPr>
              <a:t>age group of 15-30</a:t>
            </a:r>
          </a:p>
          <a:p>
            <a:pPr marL="214313" indent="-214313" defTabSz="685800">
              <a:buFont typeface="Arial" panose="020B0604020202020204" pitchFamily="34" charset="0"/>
              <a:buChar char="•"/>
            </a:pPr>
            <a:r>
              <a:rPr lang="en-US" sz="1400" b="1" dirty="0">
                <a:solidFill>
                  <a:srgbClr val="134263"/>
                </a:solidFill>
                <a:latin typeface="Franklin Gothic Book (Body)"/>
                <a:ea typeface="Calibri" panose="020F0502020204030204" pitchFamily="34" charset="0"/>
                <a:cs typeface="Times New Roman" panose="02020603050405020304" pitchFamily="18" charset="0"/>
              </a:rPr>
              <a:t>single/unmarried males</a:t>
            </a:r>
            <a:r>
              <a:rPr lang="en-US" sz="1400" dirty="0">
                <a:solidFill>
                  <a:srgbClr val="134263"/>
                </a:solidFill>
                <a:latin typeface="Franklin Gothic Book (Body)"/>
                <a:ea typeface="Calibri" panose="020F0502020204030204" pitchFamily="34" charset="0"/>
                <a:cs typeface="Times New Roman" panose="02020603050405020304" pitchFamily="18" charset="0"/>
              </a:rPr>
              <a:t>, </a:t>
            </a:r>
          </a:p>
          <a:p>
            <a:pPr marL="214313" indent="-214313" defTabSz="685800">
              <a:buFont typeface="Arial" panose="020B0604020202020204" pitchFamily="34" charset="0"/>
              <a:buChar char="•"/>
            </a:pPr>
            <a:r>
              <a:rPr lang="en-US" sz="1400" dirty="0">
                <a:solidFill>
                  <a:srgbClr val="134263"/>
                </a:solidFill>
                <a:latin typeface="Franklin Gothic Book (Body)"/>
                <a:ea typeface="Calibri" panose="020F0502020204030204" pitchFamily="34" charset="0"/>
                <a:cs typeface="Times New Roman" panose="02020603050405020304" pitchFamily="18" charset="0"/>
              </a:rPr>
              <a:t>more willing to </a:t>
            </a:r>
            <a:r>
              <a:rPr lang="en-US" sz="1400" b="1" dirty="0">
                <a:solidFill>
                  <a:srgbClr val="134263"/>
                </a:solidFill>
                <a:latin typeface="Franklin Gothic Book (Body)"/>
                <a:ea typeface="Calibri" panose="020F0502020204030204" pitchFamily="34" charset="0"/>
                <a:cs typeface="Times New Roman" panose="02020603050405020304" pitchFamily="18" charset="0"/>
              </a:rPr>
              <a:t>adopt a product based off sales pitch</a:t>
            </a:r>
            <a:r>
              <a:rPr lang="en-US" sz="1400" dirty="0">
                <a:solidFill>
                  <a:srgbClr val="134263"/>
                </a:solidFill>
                <a:latin typeface="Franklin Gothic Book (Body)"/>
                <a:ea typeface="Calibri" panose="020F0502020204030204" pitchFamily="34" charset="0"/>
                <a:cs typeface="Times New Roman" panose="02020603050405020304" pitchFamily="18" charset="0"/>
              </a:rPr>
              <a:t>,</a:t>
            </a:r>
          </a:p>
          <a:p>
            <a:pPr marL="214313" indent="-214313" defTabSz="685800">
              <a:buFont typeface="Arial" panose="020B0604020202020204" pitchFamily="34" charset="0"/>
              <a:buChar char="•"/>
            </a:pPr>
            <a:r>
              <a:rPr lang="en-US" sz="1400" dirty="0">
                <a:solidFill>
                  <a:srgbClr val="134263"/>
                </a:solidFill>
                <a:latin typeface="Franklin Gothic Book (Body)"/>
                <a:ea typeface="Calibri" panose="020F0502020204030204" pitchFamily="34" charset="0"/>
                <a:cs typeface="Times New Roman" panose="02020603050405020304" pitchFamily="18" charset="0"/>
              </a:rPr>
              <a:t>are contacted by company, </a:t>
            </a:r>
          </a:p>
          <a:p>
            <a:pPr marL="214313" indent="-214313" defTabSz="685800">
              <a:buFont typeface="Arial" panose="020B0604020202020204" pitchFamily="34" charset="0"/>
              <a:buChar char="•"/>
            </a:pPr>
            <a:r>
              <a:rPr lang="en-US" sz="1400" dirty="0">
                <a:solidFill>
                  <a:srgbClr val="134263"/>
                </a:solidFill>
                <a:latin typeface="Franklin Gothic Book (Body)"/>
                <a:ea typeface="Calibri" panose="020F0502020204030204" pitchFamily="34" charset="0"/>
                <a:cs typeface="Times New Roman" panose="02020603050405020304" pitchFamily="18" charset="0"/>
              </a:rPr>
              <a:t>belong to </a:t>
            </a:r>
            <a:r>
              <a:rPr lang="en-US" sz="1400" b="1" dirty="0">
                <a:solidFill>
                  <a:srgbClr val="134263"/>
                </a:solidFill>
                <a:latin typeface="Franklin Gothic Book (Body)"/>
                <a:ea typeface="Calibri" panose="020F0502020204030204" pitchFamily="34" charset="0"/>
                <a:cs typeface="Times New Roman" panose="02020603050405020304" pitchFamily="18" charset="0"/>
              </a:rPr>
              <a:t>tier 2 and 3 cities</a:t>
            </a:r>
            <a:r>
              <a:rPr lang="en-US" sz="1400" dirty="0">
                <a:solidFill>
                  <a:srgbClr val="134263"/>
                </a:solidFill>
                <a:latin typeface="Franklin Gothic Book (Body)"/>
                <a:ea typeface="Calibri" panose="020F0502020204030204" pitchFamily="34" charset="0"/>
                <a:cs typeface="Times New Roman" panose="02020603050405020304" pitchFamily="18" charset="0"/>
              </a:rPr>
              <a:t>. </a:t>
            </a:r>
          </a:p>
          <a:p>
            <a:pPr marL="214313" indent="-214313" defTabSz="685800">
              <a:buFont typeface="Arial" panose="020B0604020202020204" pitchFamily="34" charset="0"/>
              <a:buChar char="•"/>
            </a:pPr>
            <a:r>
              <a:rPr lang="en-US" sz="1400" dirty="0">
                <a:solidFill>
                  <a:srgbClr val="134263"/>
                </a:solidFill>
                <a:latin typeface="Franklin Gothic Book (Body)"/>
                <a:ea typeface="Calibri" panose="020F0502020204030204" pitchFamily="34" charset="0"/>
                <a:cs typeface="Times New Roman" panose="02020603050405020304" pitchFamily="18" charset="0"/>
              </a:rPr>
              <a:t>working as </a:t>
            </a:r>
            <a:r>
              <a:rPr lang="en-US" sz="1400" b="1" dirty="0">
                <a:solidFill>
                  <a:srgbClr val="134263"/>
                </a:solidFill>
                <a:latin typeface="Franklin Gothic Book (Body)"/>
                <a:ea typeface="Calibri" panose="020F0502020204030204" pitchFamily="34" charset="0"/>
                <a:cs typeface="Times New Roman" panose="02020603050405020304" pitchFamily="18" charset="0"/>
              </a:rPr>
              <a:t>Executive with a $15-30K salary </a:t>
            </a:r>
            <a:r>
              <a:rPr lang="en-US" sz="1400" dirty="0">
                <a:solidFill>
                  <a:srgbClr val="134263"/>
                </a:solidFill>
                <a:latin typeface="Franklin Gothic Book (Body)"/>
                <a:ea typeface="Calibri" panose="020F0502020204030204" pitchFamily="34" charset="0"/>
                <a:cs typeface="Times New Roman" panose="02020603050405020304" pitchFamily="18" charset="0"/>
              </a:rPr>
              <a:t>who prefer </a:t>
            </a:r>
            <a:r>
              <a:rPr lang="en-US" sz="1400" b="1" dirty="0">
                <a:solidFill>
                  <a:srgbClr val="134263"/>
                </a:solidFill>
                <a:latin typeface="Franklin Gothic Book (Body)"/>
                <a:ea typeface="Calibri" panose="020F0502020204030204" pitchFamily="34" charset="0"/>
                <a:cs typeface="Times New Roman" panose="02020603050405020304" pitchFamily="18" charset="0"/>
              </a:rPr>
              <a:t>5-star hotels.</a:t>
            </a:r>
            <a:endParaRPr lang="en-IN" sz="1400" b="1" dirty="0">
              <a:solidFill>
                <a:srgbClr val="134263"/>
              </a:solidFill>
              <a:latin typeface="Franklin Gothic Book (Body)"/>
              <a:ea typeface="Calibri" panose="020F0502020204030204" pitchFamily="34" charset="0"/>
              <a:cs typeface="Times New Roman" panose="02020603050405020304" pitchFamily="18" charset="0"/>
            </a:endParaRPr>
          </a:p>
        </p:txBody>
      </p:sp>
      <p:sp>
        <p:nvSpPr>
          <p:cNvPr id="18" name="Rectangle 17">
            <a:extLst>
              <a:ext uri="{FF2B5EF4-FFF2-40B4-BE49-F238E27FC236}">
                <a16:creationId xmlns:a16="http://schemas.microsoft.com/office/drawing/2014/main" id="{DEEDAA71-83B6-472D-9873-9A93077F1A87}"/>
              </a:ext>
            </a:extLst>
          </p:cNvPr>
          <p:cNvSpPr/>
          <p:nvPr/>
        </p:nvSpPr>
        <p:spPr>
          <a:xfrm>
            <a:off x="5984765" y="3367211"/>
            <a:ext cx="2610117" cy="2565504"/>
          </a:xfrm>
          <a:prstGeom prst="rect">
            <a:avLst/>
          </a:prstGeom>
          <a:solidFill>
            <a:schemeClr val="tx2">
              <a:lumMod val="40000"/>
              <a:lumOff val="60000"/>
            </a:schemeClr>
          </a:solidFill>
          <a:ln w="19050">
            <a:solidFill>
              <a:srgbClr val="1342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Bef>
                <a:spcPts val="600"/>
              </a:spcBef>
              <a:spcAft>
                <a:spcPts val="800"/>
              </a:spcAft>
            </a:pPr>
            <a:r>
              <a:rPr lang="en-US" sz="1400" dirty="0">
                <a:solidFill>
                  <a:srgbClr val="134263"/>
                </a:solidFill>
                <a:effectLst/>
                <a:latin typeface="Franklin Gothic Book (Body)"/>
                <a:ea typeface="Calibri" panose="020F0502020204030204" pitchFamily="34" charset="0"/>
                <a:cs typeface="Times New Roman" panose="02020603050405020304" pitchFamily="18" charset="0"/>
              </a:rPr>
              <a:t>Along with sophisticated techniques such as </a:t>
            </a:r>
            <a:r>
              <a:rPr lang="en-US" sz="1400" b="1" dirty="0">
                <a:solidFill>
                  <a:srgbClr val="134263"/>
                </a:solidFill>
                <a:latin typeface="Franklin Gothic Book (Body)"/>
                <a:ea typeface="Calibri" panose="020F0502020204030204" pitchFamily="34" charset="0"/>
                <a:cs typeface="Times New Roman" panose="02020603050405020304" pitchFamily="18" charset="0"/>
              </a:rPr>
              <a:t>K means clustering and Linear optimization</a:t>
            </a:r>
            <a:r>
              <a:rPr lang="en-US" sz="1400" b="1" dirty="0">
                <a:solidFill>
                  <a:srgbClr val="134263"/>
                </a:solidFill>
                <a:effectLst/>
                <a:latin typeface="Franklin Gothic Book (Body)"/>
                <a:ea typeface="Calibri" panose="020F0502020204030204" pitchFamily="34" charset="0"/>
                <a:cs typeface="Times New Roman" panose="02020603050405020304" pitchFamily="18" charset="0"/>
              </a:rPr>
              <a:t>, basic exploratory segment analysis </a:t>
            </a:r>
            <a:r>
              <a:rPr lang="en-US" sz="1400" dirty="0">
                <a:solidFill>
                  <a:srgbClr val="134263"/>
                </a:solidFill>
                <a:effectLst/>
                <a:latin typeface="Franklin Gothic Book (Body)"/>
                <a:ea typeface="Calibri" panose="020F0502020204030204" pitchFamily="34" charset="0"/>
                <a:cs typeface="Times New Roman" panose="02020603050405020304" pitchFamily="18" charset="0"/>
              </a:rPr>
              <a:t>also provides the most appropriate picture of real driving factors of the data</a:t>
            </a:r>
            <a:endParaRPr lang="en-IN" sz="1400" b="1" dirty="0">
              <a:solidFill>
                <a:srgbClr val="134263"/>
              </a:solidFill>
              <a:effectLst/>
              <a:latin typeface="Franklin Gothic Book (Body)"/>
              <a:ea typeface="Calibri" panose="020F0502020204030204" pitchFamily="34" charset="0"/>
              <a:cs typeface="Times New Roman" panose="02020603050405020304" pitchFamily="18" charset="0"/>
            </a:endParaRPr>
          </a:p>
        </p:txBody>
      </p:sp>
      <p:pic>
        <p:nvPicPr>
          <p:cNvPr id="19" name="Picture 2" descr="Travel Marketing Segmentation for Digital Guests">
            <a:extLst>
              <a:ext uri="{FF2B5EF4-FFF2-40B4-BE49-F238E27FC236}">
                <a16:creationId xmlns:a16="http://schemas.microsoft.com/office/drawing/2014/main" id="{60002175-14F5-47B1-8087-4221ABE96BB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5328" b="17481"/>
          <a:stretch/>
        </p:blipFill>
        <p:spPr bwMode="auto">
          <a:xfrm>
            <a:off x="442737" y="1813894"/>
            <a:ext cx="2595830" cy="1451820"/>
          </a:xfrm>
          <a:prstGeom prst="rect">
            <a:avLst/>
          </a:prstGeom>
          <a:noFill/>
          <a:ln w="19050">
            <a:solidFill>
              <a:srgbClr val="134263"/>
            </a:solidFill>
          </a:ln>
          <a:extLst>
            <a:ext uri="{909E8E84-426E-40DD-AFC4-6F175D3DCCD1}">
              <a14:hiddenFill xmlns:a14="http://schemas.microsoft.com/office/drawing/2010/main">
                <a:solidFill>
                  <a:srgbClr val="FFFFFF"/>
                </a:solidFill>
              </a14:hiddenFill>
            </a:ext>
          </a:extLst>
        </p:spPr>
      </p:pic>
      <p:pic>
        <p:nvPicPr>
          <p:cNvPr id="20" name="Picture 4" descr="Handsome Young Man Traveling Travel Stock Footage Video (100% Royalty-free)  8592976 | Shutterstock">
            <a:extLst>
              <a:ext uri="{FF2B5EF4-FFF2-40B4-BE49-F238E27FC236}">
                <a16:creationId xmlns:a16="http://schemas.microsoft.com/office/drawing/2014/main" id="{D393345A-676B-43D6-A46C-8E7D522305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8515" y="1811073"/>
            <a:ext cx="2595830" cy="1451820"/>
          </a:xfrm>
          <a:prstGeom prst="rect">
            <a:avLst/>
          </a:prstGeom>
          <a:noFill/>
          <a:ln w="19050">
            <a:solidFill>
              <a:srgbClr val="134263"/>
            </a:solidFill>
          </a:ln>
          <a:extLst>
            <a:ext uri="{909E8E84-426E-40DD-AFC4-6F175D3DCCD1}">
              <a14:hiddenFill xmlns:a14="http://schemas.microsoft.com/office/drawing/2010/main">
                <a:solidFill>
                  <a:srgbClr val="FFFFFF"/>
                </a:solidFill>
              </a14:hiddenFill>
            </a:ext>
          </a:extLst>
        </p:spPr>
      </p:pic>
      <p:pic>
        <p:nvPicPr>
          <p:cNvPr id="21" name="Picture 6" descr="The ultimate guide to Big Data for travel brands in 2020 - OpenJaw  Technologies">
            <a:extLst>
              <a:ext uri="{FF2B5EF4-FFF2-40B4-BE49-F238E27FC236}">
                <a16:creationId xmlns:a16="http://schemas.microsoft.com/office/drawing/2014/main" id="{FD866CC5-6E30-4FAE-BE46-F66AF60D8C04}"/>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brightnessContrast bright="-20000" contrast="40000"/>
                    </a14:imgEffect>
                  </a14:imgLayer>
                </a14:imgProps>
              </a:ext>
              <a:ext uri="{28A0092B-C50C-407E-A947-70E740481C1C}">
                <a14:useLocalDpi xmlns:a14="http://schemas.microsoft.com/office/drawing/2010/main" val="0"/>
              </a:ext>
            </a:extLst>
          </a:blip>
          <a:srcRect l="5634" r="8927"/>
          <a:stretch/>
        </p:blipFill>
        <p:spPr bwMode="auto">
          <a:xfrm>
            <a:off x="5994290" y="1811073"/>
            <a:ext cx="2595830" cy="1451820"/>
          </a:xfrm>
          <a:prstGeom prst="rect">
            <a:avLst/>
          </a:prstGeom>
          <a:noFill/>
          <a:ln w="19050">
            <a:solidFill>
              <a:srgbClr val="134263"/>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5229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DD9CD-E8C5-4180-BD73-1AF9FF7B0787}"/>
              </a:ext>
            </a:extLst>
          </p:cNvPr>
          <p:cNvSpPr>
            <a:spLocks noGrp="1"/>
          </p:cNvSpPr>
          <p:nvPr>
            <p:ph type="ctrTitle"/>
          </p:nvPr>
        </p:nvSpPr>
        <p:spPr>
          <a:xfrm>
            <a:off x="1117213" y="235845"/>
            <a:ext cx="6925732" cy="512448"/>
          </a:xfrm>
        </p:spPr>
        <p:txBody>
          <a:bodyPr/>
          <a:lstStyle/>
          <a:p>
            <a:r>
              <a:rPr lang="en-US" dirty="0"/>
              <a:t>REFERENCES</a:t>
            </a:r>
          </a:p>
        </p:txBody>
      </p:sp>
      <p:sp>
        <p:nvSpPr>
          <p:cNvPr id="3" name="Subtitle 2">
            <a:extLst>
              <a:ext uri="{FF2B5EF4-FFF2-40B4-BE49-F238E27FC236}">
                <a16:creationId xmlns:a16="http://schemas.microsoft.com/office/drawing/2014/main" id="{0B4A5F52-EEDD-4E14-85B6-309548B9456A}"/>
              </a:ext>
            </a:extLst>
          </p:cNvPr>
          <p:cNvSpPr>
            <a:spLocks noGrp="1"/>
          </p:cNvSpPr>
          <p:nvPr>
            <p:ph type="subTitle" idx="1"/>
          </p:nvPr>
        </p:nvSpPr>
        <p:spPr>
          <a:xfrm>
            <a:off x="808978" y="1314646"/>
            <a:ext cx="7526044" cy="338554"/>
          </a:xfrm>
        </p:spPr>
        <p:txBody>
          <a:bodyPr/>
          <a:lstStyle/>
          <a:p>
            <a:r>
              <a:rPr lang="en-US" i="1" dirty="0">
                <a:solidFill>
                  <a:schemeClr val="accent1"/>
                </a:solidFill>
              </a:rPr>
              <a:t>These are the references that we took for the Shiny Application:</a:t>
            </a:r>
          </a:p>
        </p:txBody>
      </p:sp>
      <p:sp>
        <p:nvSpPr>
          <p:cNvPr id="4" name="Text Placeholder 3">
            <a:extLst>
              <a:ext uri="{FF2B5EF4-FFF2-40B4-BE49-F238E27FC236}">
                <a16:creationId xmlns:a16="http://schemas.microsoft.com/office/drawing/2014/main" id="{8D325175-32D7-42E0-BB26-5ACFBA1E7BAA}"/>
              </a:ext>
            </a:extLst>
          </p:cNvPr>
          <p:cNvSpPr>
            <a:spLocks noGrp="1"/>
          </p:cNvSpPr>
          <p:nvPr>
            <p:ph type="body" sz="quarter" idx="14"/>
          </p:nvPr>
        </p:nvSpPr>
        <p:spPr>
          <a:xfrm>
            <a:off x="1109134" y="1973426"/>
            <a:ext cx="6925732" cy="3806888"/>
          </a:xfrm>
        </p:spPr>
        <p:txBody>
          <a:bodyPr>
            <a:normAutofit/>
          </a:bodyPr>
          <a:lstStyle/>
          <a:p>
            <a:pPr marL="0" indent="0">
              <a:buNone/>
            </a:pPr>
            <a:r>
              <a:rPr lang="en-US" sz="1600" b="1" dirty="0">
                <a:solidFill>
                  <a:schemeClr val="accent1"/>
                </a:solidFill>
              </a:rPr>
              <a:t>Links used for the design part:</a:t>
            </a:r>
          </a:p>
          <a:p>
            <a:pPr marL="0" indent="0">
              <a:buNone/>
            </a:pPr>
            <a:endParaRPr lang="en-US" sz="1600" dirty="0">
              <a:solidFill>
                <a:schemeClr val="accent1"/>
              </a:solidFill>
            </a:endParaRPr>
          </a:p>
          <a:p>
            <a:r>
              <a:rPr lang="en-US" sz="1600" dirty="0">
                <a:solidFill>
                  <a:schemeClr val="accent1"/>
                </a:solidFill>
              </a:rPr>
              <a:t>https://github.com/thepiratex/AttritionAnalysisRShiny/blob/master/App.R</a:t>
            </a:r>
          </a:p>
          <a:p>
            <a:endParaRPr lang="en-US" sz="1600" dirty="0">
              <a:solidFill>
                <a:schemeClr val="accent1"/>
              </a:solidFill>
            </a:endParaRPr>
          </a:p>
          <a:p>
            <a:r>
              <a:rPr lang="en-US" sz="1600" dirty="0">
                <a:solidFill>
                  <a:schemeClr val="accent1"/>
                </a:solidFill>
              </a:rPr>
              <a:t>https://www.youtube.com/watch?v=6F5_jbBmeJU (Image)</a:t>
            </a:r>
          </a:p>
          <a:p>
            <a:endParaRPr lang="en-US" sz="1600" dirty="0">
              <a:solidFill>
                <a:schemeClr val="accent1"/>
              </a:solidFill>
            </a:endParaRPr>
          </a:p>
          <a:p>
            <a:pPr marL="0" indent="0">
              <a:buNone/>
            </a:pPr>
            <a:r>
              <a:rPr lang="en-US" sz="1600" b="1" dirty="0">
                <a:solidFill>
                  <a:schemeClr val="accent1"/>
                </a:solidFill>
              </a:rPr>
              <a:t>Links used for the 5-segment descriptive analysis:</a:t>
            </a:r>
          </a:p>
          <a:p>
            <a:pPr marL="0" indent="0">
              <a:buNone/>
            </a:pPr>
            <a:endParaRPr lang="en-US" sz="1600" dirty="0">
              <a:solidFill>
                <a:schemeClr val="accent1"/>
              </a:solidFill>
            </a:endParaRPr>
          </a:p>
          <a:p>
            <a:r>
              <a:rPr lang="en-US" sz="1600" dirty="0">
                <a:solidFill>
                  <a:schemeClr val="accent1"/>
                </a:solidFill>
              </a:rPr>
              <a:t>https://github.com/BakerSten/Group5FinalR/blob/main/app.R</a:t>
            </a:r>
          </a:p>
          <a:p>
            <a:endParaRPr lang="en-US" sz="1600" dirty="0">
              <a:solidFill>
                <a:schemeClr val="accent1"/>
              </a:solidFill>
            </a:endParaRPr>
          </a:p>
          <a:p>
            <a:r>
              <a:rPr lang="en-US" sz="1600" dirty="0">
                <a:solidFill>
                  <a:schemeClr val="accent1"/>
                </a:solidFill>
              </a:rPr>
              <a:t>https://mogali.shinyapps.io/attritionanalysis/</a:t>
            </a:r>
          </a:p>
          <a:p>
            <a:endParaRPr lang="en-US" sz="1600" dirty="0">
              <a:solidFill>
                <a:schemeClr val="accent1"/>
              </a:solidFill>
            </a:endParaRPr>
          </a:p>
          <a:p>
            <a:r>
              <a:rPr lang="en-US" sz="1600" dirty="0">
                <a:solidFill>
                  <a:schemeClr val="accent1"/>
                </a:solidFill>
              </a:rPr>
              <a:t>https://github.com/thepiratex/AttritionAnalysisRShiny/blob/master/App.R</a:t>
            </a:r>
          </a:p>
        </p:txBody>
      </p:sp>
      <p:sp>
        <p:nvSpPr>
          <p:cNvPr id="5" name="Date Placeholder 4">
            <a:extLst>
              <a:ext uri="{FF2B5EF4-FFF2-40B4-BE49-F238E27FC236}">
                <a16:creationId xmlns:a16="http://schemas.microsoft.com/office/drawing/2014/main" id="{FEF5A3B5-400F-4036-A938-778AFC8F8D3E}"/>
              </a:ext>
            </a:extLst>
          </p:cNvPr>
          <p:cNvSpPr>
            <a:spLocks noGrp="1"/>
          </p:cNvSpPr>
          <p:nvPr>
            <p:ph type="dt" sz="half" idx="2"/>
          </p:nvPr>
        </p:nvSpPr>
        <p:spPr/>
        <p:txBody>
          <a:bodyPr/>
          <a:lstStyle/>
          <a:p>
            <a:fld id="{E0C8DACD-4E35-4E4C-AC75-C3DE50F04E7E}" type="datetime1">
              <a:rPr lang="en-US" smtClean="0"/>
              <a:pPr/>
              <a:t>12/17/2021</a:t>
            </a:fld>
            <a:endParaRPr lang="en-US"/>
          </a:p>
        </p:txBody>
      </p:sp>
      <p:sp>
        <p:nvSpPr>
          <p:cNvPr id="6" name="Slide Number Placeholder 5">
            <a:extLst>
              <a:ext uri="{FF2B5EF4-FFF2-40B4-BE49-F238E27FC236}">
                <a16:creationId xmlns:a16="http://schemas.microsoft.com/office/drawing/2014/main" id="{30218A0A-DA96-4674-BE9A-02CBE7780EB3}"/>
              </a:ext>
            </a:extLst>
          </p:cNvPr>
          <p:cNvSpPr>
            <a:spLocks noGrp="1"/>
          </p:cNvSpPr>
          <p:nvPr>
            <p:ph type="sldNum" sz="quarter" idx="4"/>
          </p:nvPr>
        </p:nvSpPr>
        <p:spPr/>
        <p:txBody>
          <a:bodyPr/>
          <a:lstStyle/>
          <a:p>
            <a:fld id="{8A7A6979-0714-4377-B894-6BE4C2D6E202}" type="slidenum">
              <a:rPr lang="en-US" smtClean="0"/>
              <a:pPr/>
              <a:t>7</a:t>
            </a:fld>
            <a:endParaRPr lang="en-US"/>
          </a:p>
        </p:txBody>
      </p:sp>
    </p:spTree>
    <p:extLst>
      <p:ext uri="{BB962C8B-B14F-4D97-AF65-F5344CB8AC3E}">
        <p14:creationId xmlns:p14="http://schemas.microsoft.com/office/powerpoint/2010/main" val="262251731"/>
      </p:ext>
    </p:extLst>
  </p:cSld>
  <p:clrMapOvr>
    <a:masterClrMapping/>
  </p:clrMapOvr>
</p:sld>
</file>

<file path=ppt/theme/theme1.xml><?xml version="1.0" encoding="utf-8"?>
<a:theme xmlns:a="http://schemas.openxmlformats.org/drawingml/2006/main" name="Parcel">
  <a:themeElements>
    <a:clrScheme name="Purdue Brand Color Theme">
      <a:dk1>
        <a:srgbClr val="000000"/>
      </a:dk1>
      <a:lt1>
        <a:srgbClr val="FFFFFF"/>
      </a:lt1>
      <a:dk2>
        <a:srgbClr val="555960"/>
      </a:dk2>
      <a:lt2>
        <a:srgbClr val="CFB991"/>
      </a:lt2>
      <a:accent1>
        <a:srgbClr val="8E6F3E"/>
      </a:accent1>
      <a:accent2>
        <a:srgbClr val="FFFFFF"/>
      </a:accent2>
      <a:accent3>
        <a:srgbClr val="FFFFFF"/>
      </a:accent3>
      <a:accent4>
        <a:srgbClr val="FFFFFF"/>
      </a:accent4>
      <a:accent5>
        <a:srgbClr val="FFFFFF"/>
      </a:accent5>
      <a:accent6>
        <a:srgbClr val="FFFFFF"/>
      </a:accent6>
      <a:hlink>
        <a:srgbClr val="FFFFFF"/>
      </a:hlink>
      <a:folHlink>
        <a:srgbClr val="FFFFFF"/>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resentation3" id="{9EC61938-7743-4C45-BFAB-82C1009BF999}" vid="{52D408E6-5DAB-4332-A911-38F15A33975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Parcel</Template>
  <TotalTime>10</TotalTime>
  <Words>501</Words>
  <Application>Microsoft Office PowerPoint</Application>
  <PresentationFormat>On-screen Show (4:3)</PresentationFormat>
  <Paragraphs>88</Paragraphs>
  <Slides>7</Slides>
  <Notes>0</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7</vt:i4>
      </vt:variant>
    </vt:vector>
  </HeadingPairs>
  <TitlesOfParts>
    <vt:vector size="22" baseType="lpstr">
      <vt:lpstr>Acumin Pro</vt:lpstr>
      <vt:lpstr>Acumin Pro ExtraCondensed</vt:lpstr>
      <vt:lpstr>Acumin Pro Medium</vt:lpstr>
      <vt:lpstr>Acumin Pro Semibold</vt:lpstr>
      <vt:lpstr>Acumin Pro SemiCondensed</vt:lpstr>
      <vt:lpstr>Arial</vt:lpstr>
      <vt:lpstr>Calibri</vt:lpstr>
      <vt:lpstr>Franklin Gothic Book</vt:lpstr>
      <vt:lpstr>Franklin Gothic Book (Body)</vt:lpstr>
      <vt:lpstr>Gill Sans MT</vt:lpstr>
      <vt:lpstr>United Sans Cond Medium</vt:lpstr>
      <vt:lpstr>United Sans Ext Medium</vt:lpstr>
      <vt:lpstr>Wingdings</vt:lpstr>
      <vt:lpstr>Wingdings 2</vt:lpstr>
      <vt:lpstr>Parcel</vt:lpstr>
      <vt:lpstr> </vt:lpstr>
      <vt:lpstr>Team Brief</vt:lpstr>
      <vt:lpstr>Agenda</vt:lpstr>
      <vt:lpstr>Case Overview &amp; Objective</vt:lpstr>
      <vt:lpstr>Business Questions</vt:lpstr>
      <vt:lpstr>TAKEAWAYS</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Support the Purdue University brand in your presentations by using a brand-friendly template. This template uses an accessible master layout. Please note that some changes  to the PowerPoint template could impact accessibility by those with disabilities. Follow the instructions provided by Microsoft Office to ensure that your PowerPoint presentations are accessible to all users:</dc:title>
  <dc:subject/>
  <dc:creator>Bhatt, Prachi</dc:creator>
  <cp:keywords/>
  <dc:description/>
  <cp:lastModifiedBy>Priyal Vora</cp:lastModifiedBy>
  <cp:revision>1</cp:revision>
  <dcterms:created xsi:type="dcterms:W3CDTF">2021-09-13T22:56:51Z</dcterms:created>
  <dcterms:modified xsi:type="dcterms:W3CDTF">2021-12-17T23:37:51Z</dcterms:modified>
  <cp:category/>
</cp:coreProperties>
</file>